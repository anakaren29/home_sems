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7" r:id="rId2"/>
    <p:sldId id="261" r:id="rId3"/>
    <p:sldId id="278" r:id="rId4"/>
    <p:sldId id="263" r:id="rId5"/>
    <p:sldId id="268" r:id="rId6"/>
    <p:sldId id="269" r:id="rId7"/>
    <p:sldId id="270" r:id="rId8"/>
    <p:sldId id="271" r:id="rId9"/>
    <p:sldId id="272" r:id="rId10"/>
    <p:sldId id="273" r:id="rId11"/>
    <p:sldId id="274" r:id="rId12"/>
    <p:sldId id="275" r:id="rId13"/>
    <p:sldId id="276" r:id="rId14"/>
    <p:sldId id="277" r:id="rId15"/>
    <p:sldId id="279" r:id="rId16"/>
    <p:sldId id="280" r:id="rId17"/>
    <p:sldId id="284" r:id="rId18"/>
    <p:sldId id="285" r:id="rId19"/>
    <p:sldId id="267" r:id="rId20"/>
  </p:sldIdLst>
  <p:sldSz cx="12192000" cy="6858000"/>
  <p:notesSz cx="6858000" cy="9144000"/>
  <p:embeddedFontLst>
    <p:embeddedFont>
      <p:font typeface="Montserrat SemiBold" panose="00000700000000000000" pitchFamily="2" charset="0"/>
      <p:bold r:id="rId22"/>
      <p:boldItalic r:id="rId23"/>
    </p:embeddedFont>
    <p:embeddedFont>
      <p:font typeface="Noto Sans" panose="020B0502040504020204" pitchFamily="34" charset="0"/>
      <p:regular r:id="rId24"/>
      <p:bold r:id="rId25"/>
      <p:italic r:id="rId26"/>
      <p:boldItalic r:id="rId27"/>
    </p:embeddedFont>
    <p:embeddedFont>
      <p:font typeface="Patria" panose="020B060402020202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gM3b1AXCZINaYeZLxxvYKkHKmT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1333"/>
    <a:srgbClr val="A6802D"/>
    <a:srgbClr val="E7D2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54536D-5E8C-4264-B93C-3FFE7D488E3B}" v="3" dt="2025-07-14T19:56:31.63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04" d="100"/>
          <a:sy n="104" d="100"/>
        </p:scale>
        <p:origin x="114"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customschemas.google.com/relationships/presentationmetadata" Target="metadata"/><Relationship Id="rId35" Type="http://schemas.microsoft.com/office/2015/10/relationships/revisionInfo" Target="revisionInfo.xml"/><Relationship Id="rId8" Type="http://schemas.openxmlformats.org/officeDocument/2006/relationships/slide" Target="slides/slide7.xml"/></Relationships>
</file>

<file path=ppt/diagrams/_rels/data4.xml.rels><?xml version="1.0" encoding="UTF-8" standalone="yes"?>
<Relationships xmlns="http://schemas.openxmlformats.org/package/2006/relationships"><Relationship Id="rId1" Type="http://schemas.openxmlformats.org/officeDocument/2006/relationships/hyperlink" Target="mailto:contraloriasocialu006@sems.gob.mx" TargetMode="External"/></Relationships>
</file>

<file path=ppt/diagrams/_rels/drawing4.xml.rels><?xml version="1.0" encoding="UTF-8" standalone="yes"?>
<Relationships xmlns="http://schemas.openxmlformats.org/package/2006/relationships"><Relationship Id="rId1" Type="http://schemas.openxmlformats.org/officeDocument/2006/relationships/hyperlink" Target="mailto:contraloriasocialu006@sems.gob.mx"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5CD77F-BB38-4A9A-8F7E-4BDEDE432C7C}" type="doc">
      <dgm:prSet loTypeId="urn:microsoft.com/office/officeart/2009/layout/CircleArrowProcess" loCatId="process" qsTypeId="urn:microsoft.com/office/officeart/2005/8/quickstyle/simple1" qsCatId="simple" csTypeId="urn:microsoft.com/office/officeart/2005/8/colors/accent1_2" csCatId="accent1" phldr="1"/>
      <dgm:spPr/>
      <dgm:t>
        <a:bodyPr/>
        <a:lstStyle/>
        <a:p>
          <a:endParaRPr lang="es-MX"/>
        </a:p>
      </dgm:t>
    </dgm:pt>
    <dgm:pt modelId="{8230729F-BBC6-4193-9B35-0FDCC6845CA7}">
      <dgm:prSet phldrT="[Texto]" custT="1"/>
      <dgm:spPr/>
      <dgm: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Ley General de Desarrollo Social</a:t>
          </a:r>
        </a:p>
      </dgm:t>
    </dgm:pt>
    <dgm:pt modelId="{076CABA3-14E6-42DF-ACB2-4F3E87EF154D}" type="parTrans" cxnId="{E58A29F9-20F6-4430-B2A9-8B792AE6BAEB}">
      <dgm:prSet/>
      <dgm:spPr/>
      <dgm:t>
        <a:bodyPr/>
        <a:lstStyle/>
        <a:p>
          <a:endParaRPr lang="es-MX"/>
        </a:p>
      </dgm:t>
    </dgm:pt>
    <dgm:pt modelId="{45C819DB-BAAE-488F-9714-FF73398EF869}" type="sibTrans" cxnId="{E58A29F9-20F6-4430-B2A9-8B792AE6BAEB}">
      <dgm:prSet/>
      <dgm:spPr/>
      <dgm:t>
        <a:bodyPr/>
        <a:lstStyle/>
        <a:p>
          <a:endParaRPr lang="es-MX"/>
        </a:p>
      </dgm:t>
    </dgm:pt>
    <dgm:pt modelId="{1F5D6140-4188-4C62-8114-68DE6E68DE30}">
      <dgm:prSet phldrT="[Texto]" custT="1"/>
      <dgm:spPr/>
      <dgm: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Reglamento de la Ley de Desarrollo Social</a:t>
          </a:r>
        </a:p>
      </dgm:t>
    </dgm:pt>
    <dgm:pt modelId="{18BF1F82-1684-4E2E-A9FE-11A04E3BB579}" type="parTrans" cxnId="{A0571004-8B81-4660-A5FD-BD29CAB13A84}">
      <dgm:prSet/>
      <dgm:spPr/>
      <dgm:t>
        <a:bodyPr/>
        <a:lstStyle/>
        <a:p>
          <a:endParaRPr lang="es-MX"/>
        </a:p>
      </dgm:t>
    </dgm:pt>
    <dgm:pt modelId="{35218E9C-7DE6-4033-A8CB-1F646EBB7B6C}" type="sibTrans" cxnId="{A0571004-8B81-4660-A5FD-BD29CAB13A84}">
      <dgm:prSet/>
      <dgm:spPr/>
      <dgm:t>
        <a:bodyPr/>
        <a:lstStyle/>
        <a:p>
          <a:endParaRPr lang="es-MX"/>
        </a:p>
      </dgm:t>
    </dgm:pt>
    <dgm:pt modelId="{5110E0CF-281B-44B1-B8CC-67730A82973D}">
      <dgm:prSet phldrT="[Texto]" custT="1"/>
      <dgm:spPr/>
      <dgm: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Lineamientos para la Promoción y Operación de la Contraloría Social en los Programas Federales de Desarrollo Social</a:t>
          </a:r>
        </a:p>
      </dgm:t>
    </dgm:pt>
    <dgm:pt modelId="{B3A897F7-DAA8-4B1B-BD33-9CDF4BE4A076}" type="parTrans" cxnId="{24DCCD8B-7A23-4AB1-A981-B77F691624A3}">
      <dgm:prSet/>
      <dgm:spPr/>
      <dgm:t>
        <a:bodyPr/>
        <a:lstStyle/>
        <a:p>
          <a:endParaRPr lang="es-MX"/>
        </a:p>
      </dgm:t>
    </dgm:pt>
    <dgm:pt modelId="{306772AD-2A8D-4BE0-B360-125E653D66E2}" type="sibTrans" cxnId="{24DCCD8B-7A23-4AB1-A981-B77F691624A3}">
      <dgm:prSet/>
      <dgm:spPr/>
      <dgm:t>
        <a:bodyPr/>
        <a:lstStyle/>
        <a:p>
          <a:endParaRPr lang="es-MX"/>
        </a:p>
      </dgm:t>
    </dgm:pt>
    <dgm:pt modelId="{63058878-EB77-4F13-BD90-5AE89B61DF32}">
      <dgm:prSet phldrT="[Texto]" custT="1"/>
      <dgm:spPr/>
      <dgm: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Criterios generales para la distribución de los recursos otorgados a través del Programa presupuestario U006</a:t>
          </a:r>
        </a:p>
      </dgm:t>
    </dgm:pt>
    <dgm:pt modelId="{17E8325F-2473-4E55-BDA7-8C2E1699A798}" type="parTrans" cxnId="{EB426DF8-3B70-4C44-A6FA-AADB1BC125F3}">
      <dgm:prSet/>
      <dgm:spPr/>
      <dgm:t>
        <a:bodyPr/>
        <a:lstStyle/>
        <a:p>
          <a:endParaRPr lang="es-MX"/>
        </a:p>
      </dgm:t>
    </dgm:pt>
    <dgm:pt modelId="{A5515382-808F-43D3-BBF1-D2E9F3C16178}" type="sibTrans" cxnId="{EB426DF8-3B70-4C44-A6FA-AADB1BC125F3}">
      <dgm:prSet/>
      <dgm:spPr/>
      <dgm:t>
        <a:bodyPr/>
        <a:lstStyle/>
        <a:p>
          <a:endParaRPr lang="es-MX"/>
        </a:p>
      </dgm:t>
    </dgm:pt>
    <dgm:pt modelId="{75B87500-87F4-49C1-9C8A-DACE6179F2F4}">
      <dgm:prSet phldrT="[Texto]" custT="1"/>
      <dgm:spPr/>
      <dgm: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Anexo de Ejecución</a:t>
          </a:r>
        </a:p>
      </dgm:t>
    </dgm:pt>
    <dgm:pt modelId="{AD15BB0A-3605-4C06-831C-8401C80612A8}" type="parTrans" cxnId="{2F3FA9A7-EF64-4CE3-97D4-A0D025AD18FE}">
      <dgm:prSet/>
      <dgm:spPr/>
      <dgm:t>
        <a:bodyPr/>
        <a:lstStyle/>
        <a:p>
          <a:endParaRPr lang="es-MX"/>
        </a:p>
      </dgm:t>
    </dgm:pt>
    <dgm:pt modelId="{044D2CD1-3922-4F7E-8B52-2C567060D54F}" type="sibTrans" cxnId="{2F3FA9A7-EF64-4CE3-97D4-A0D025AD18FE}">
      <dgm:prSet/>
      <dgm:spPr/>
      <dgm:t>
        <a:bodyPr/>
        <a:lstStyle/>
        <a:p>
          <a:endParaRPr lang="es-MX"/>
        </a:p>
      </dgm:t>
    </dgm:pt>
    <dgm:pt modelId="{A96050B0-51B5-4CEC-A855-34BF0CAF4112}">
      <dgm:prSet phldrT="[Texto]" custT="1"/>
      <dgm:spPr/>
      <dgm: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Convenios de Apoyo Financiero</a:t>
          </a:r>
        </a:p>
      </dgm:t>
    </dgm:pt>
    <dgm:pt modelId="{94CD5265-B5BF-4A20-8409-F136A2B45CC2}" type="parTrans" cxnId="{2F035903-DA7B-48D7-9EFD-115F6A4E4D04}">
      <dgm:prSet/>
      <dgm:spPr/>
      <dgm:t>
        <a:bodyPr/>
        <a:lstStyle/>
        <a:p>
          <a:endParaRPr lang="es-MX"/>
        </a:p>
      </dgm:t>
    </dgm:pt>
    <dgm:pt modelId="{FB961D38-8439-4DBB-8D48-6A58BF8EA6F9}" type="sibTrans" cxnId="{2F035903-DA7B-48D7-9EFD-115F6A4E4D04}">
      <dgm:prSet/>
      <dgm:spPr/>
      <dgm:t>
        <a:bodyPr/>
        <a:lstStyle/>
        <a:p>
          <a:endParaRPr lang="es-MX"/>
        </a:p>
      </dgm:t>
    </dgm:pt>
    <dgm:pt modelId="{0BE5CB7D-010B-44DD-973C-9385B5B290CF}" type="pres">
      <dgm:prSet presAssocID="{7B5CD77F-BB38-4A9A-8F7E-4BDEDE432C7C}" presName="Name0" presStyleCnt="0">
        <dgm:presLayoutVars>
          <dgm:chMax val="7"/>
          <dgm:chPref val="7"/>
          <dgm:dir/>
          <dgm:animLvl val="lvl"/>
        </dgm:presLayoutVars>
      </dgm:prSet>
      <dgm:spPr/>
    </dgm:pt>
    <dgm:pt modelId="{44982E29-C749-4F0B-9362-4324D1B8395E}" type="pres">
      <dgm:prSet presAssocID="{8230729F-BBC6-4193-9B35-0FDCC6845CA7}" presName="Accent1" presStyleCnt="0"/>
      <dgm:spPr/>
    </dgm:pt>
    <dgm:pt modelId="{BB8B8194-EC1F-45FF-BB21-2F7E873E9347}" type="pres">
      <dgm:prSet presAssocID="{8230729F-BBC6-4193-9B35-0FDCC6845CA7}" presName="Accent" presStyleLbl="node1" presStyleIdx="0" presStyleCnt="6"/>
      <dgm:spPr>
        <a:solidFill>
          <a:srgbClr val="E7D295"/>
        </a:solidFill>
      </dgm:spPr>
    </dgm:pt>
    <dgm:pt modelId="{5B8DC0CD-5FE7-43D5-9A4D-55F5D53A4E6F}" type="pres">
      <dgm:prSet presAssocID="{8230729F-BBC6-4193-9B35-0FDCC6845CA7}" presName="Parent1" presStyleLbl="revTx" presStyleIdx="0" presStyleCnt="6" custScaleX="334993" custScaleY="168865">
        <dgm:presLayoutVars>
          <dgm:chMax val="1"/>
          <dgm:chPref val="1"/>
          <dgm:bulletEnabled val="1"/>
        </dgm:presLayoutVars>
      </dgm:prSet>
      <dgm:spPr/>
    </dgm:pt>
    <dgm:pt modelId="{9491EDEB-EFA6-484A-B4B5-8F6E29C1A69C}" type="pres">
      <dgm:prSet presAssocID="{1F5D6140-4188-4C62-8114-68DE6E68DE30}" presName="Accent2" presStyleCnt="0"/>
      <dgm:spPr/>
    </dgm:pt>
    <dgm:pt modelId="{D4BE2F8A-C7C1-4C03-ADAF-9F68CE16FF39}" type="pres">
      <dgm:prSet presAssocID="{1F5D6140-4188-4C62-8114-68DE6E68DE30}" presName="Accent" presStyleLbl="node1" presStyleIdx="1" presStyleCnt="6"/>
      <dgm:spPr>
        <a:solidFill>
          <a:srgbClr val="E7D295"/>
        </a:solidFill>
      </dgm:spPr>
    </dgm:pt>
    <dgm:pt modelId="{374C0B29-00E7-4C1F-A604-A63EF3CEF469}" type="pres">
      <dgm:prSet presAssocID="{1F5D6140-4188-4C62-8114-68DE6E68DE30}" presName="Parent2" presStyleLbl="revTx" presStyleIdx="1" presStyleCnt="6" custScaleX="334993" custScaleY="168865">
        <dgm:presLayoutVars>
          <dgm:chMax val="1"/>
          <dgm:chPref val="1"/>
          <dgm:bulletEnabled val="1"/>
        </dgm:presLayoutVars>
      </dgm:prSet>
      <dgm:spPr/>
    </dgm:pt>
    <dgm:pt modelId="{220CFDD9-5149-434A-90CC-6E129CCD9986}" type="pres">
      <dgm:prSet presAssocID="{5110E0CF-281B-44B1-B8CC-67730A82973D}" presName="Accent3" presStyleCnt="0"/>
      <dgm:spPr/>
    </dgm:pt>
    <dgm:pt modelId="{6736A244-6B1A-47A4-ACDB-60D992D76969}" type="pres">
      <dgm:prSet presAssocID="{5110E0CF-281B-44B1-B8CC-67730A82973D}" presName="Accent" presStyleLbl="node1" presStyleIdx="2" presStyleCnt="6"/>
      <dgm:spPr>
        <a:solidFill>
          <a:srgbClr val="E7D295"/>
        </a:solidFill>
      </dgm:spPr>
    </dgm:pt>
    <dgm:pt modelId="{7A8B6EC1-E67C-47D1-B8D1-F017DB034A9D}" type="pres">
      <dgm:prSet presAssocID="{5110E0CF-281B-44B1-B8CC-67730A82973D}" presName="Parent3" presStyleLbl="revTx" presStyleIdx="2" presStyleCnt="6" custScaleX="334993" custScaleY="168865">
        <dgm:presLayoutVars>
          <dgm:chMax val="1"/>
          <dgm:chPref val="1"/>
          <dgm:bulletEnabled val="1"/>
        </dgm:presLayoutVars>
      </dgm:prSet>
      <dgm:spPr/>
    </dgm:pt>
    <dgm:pt modelId="{E639AFBE-1D29-4FA3-AF6A-F58BCB27A61B}" type="pres">
      <dgm:prSet presAssocID="{63058878-EB77-4F13-BD90-5AE89B61DF32}" presName="Accent4" presStyleCnt="0"/>
      <dgm:spPr/>
    </dgm:pt>
    <dgm:pt modelId="{58FA518A-FBF4-446B-915F-0AC3314FBB84}" type="pres">
      <dgm:prSet presAssocID="{63058878-EB77-4F13-BD90-5AE89B61DF32}" presName="Accent" presStyleLbl="node1" presStyleIdx="3" presStyleCnt="6"/>
      <dgm:spPr>
        <a:solidFill>
          <a:srgbClr val="E7D295"/>
        </a:solidFill>
      </dgm:spPr>
    </dgm:pt>
    <dgm:pt modelId="{69ABB8C0-DD01-45DA-875F-EE19B928A0E1}" type="pres">
      <dgm:prSet presAssocID="{63058878-EB77-4F13-BD90-5AE89B61DF32}" presName="Parent4" presStyleLbl="revTx" presStyleIdx="3" presStyleCnt="6" custScaleX="334993" custScaleY="168865">
        <dgm:presLayoutVars>
          <dgm:chMax val="1"/>
          <dgm:chPref val="1"/>
          <dgm:bulletEnabled val="1"/>
        </dgm:presLayoutVars>
      </dgm:prSet>
      <dgm:spPr/>
    </dgm:pt>
    <dgm:pt modelId="{24BBF247-C1B8-46DA-94DE-D455914C9029}" type="pres">
      <dgm:prSet presAssocID="{75B87500-87F4-49C1-9C8A-DACE6179F2F4}" presName="Accent5" presStyleCnt="0"/>
      <dgm:spPr/>
    </dgm:pt>
    <dgm:pt modelId="{19A96606-FF89-43EA-A9FD-42EC7EF358F4}" type="pres">
      <dgm:prSet presAssocID="{75B87500-87F4-49C1-9C8A-DACE6179F2F4}" presName="Accent" presStyleLbl="node1" presStyleIdx="4" presStyleCnt="6"/>
      <dgm:spPr>
        <a:solidFill>
          <a:srgbClr val="E7D295"/>
        </a:solidFill>
      </dgm:spPr>
    </dgm:pt>
    <dgm:pt modelId="{18959106-D48F-4414-A9E9-B8530EE0995F}" type="pres">
      <dgm:prSet presAssocID="{75B87500-87F4-49C1-9C8A-DACE6179F2F4}" presName="Parent5" presStyleLbl="revTx" presStyleIdx="4" presStyleCnt="6" custScaleX="334993" custScaleY="168865">
        <dgm:presLayoutVars>
          <dgm:chMax val="1"/>
          <dgm:chPref val="1"/>
          <dgm:bulletEnabled val="1"/>
        </dgm:presLayoutVars>
      </dgm:prSet>
      <dgm:spPr/>
    </dgm:pt>
    <dgm:pt modelId="{03DDF6BA-C9A8-4E68-B542-1A7725677245}" type="pres">
      <dgm:prSet presAssocID="{A96050B0-51B5-4CEC-A855-34BF0CAF4112}" presName="Accent6" presStyleCnt="0"/>
      <dgm:spPr/>
    </dgm:pt>
    <dgm:pt modelId="{6A63E750-2B6A-445C-8FEE-075CD053CFB7}" type="pres">
      <dgm:prSet presAssocID="{A96050B0-51B5-4CEC-A855-34BF0CAF4112}" presName="Accent" presStyleLbl="node1" presStyleIdx="5" presStyleCnt="6"/>
      <dgm:spPr>
        <a:solidFill>
          <a:srgbClr val="E7D295"/>
        </a:solidFill>
      </dgm:spPr>
    </dgm:pt>
    <dgm:pt modelId="{68B2CF32-69BD-4E48-832F-4F0FD51B02B3}" type="pres">
      <dgm:prSet presAssocID="{A96050B0-51B5-4CEC-A855-34BF0CAF4112}" presName="Parent6" presStyleLbl="revTx" presStyleIdx="5" presStyleCnt="6" custScaleX="334993" custScaleY="168865">
        <dgm:presLayoutVars>
          <dgm:chMax val="1"/>
          <dgm:chPref val="1"/>
          <dgm:bulletEnabled val="1"/>
        </dgm:presLayoutVars>
      </dgm:prSet>
      <dgm:spPr/>
    </dgm:pt>
  </dgm:ptLst>
  <dgm:cxnLst>
    <dgm:cxn modelId="{2F035903-DA7B-48D7-9EFD-115F6A4E4D04}" srcId="{7B5CD77F-BB38-4A9A-8F7E-4BDEDE432C7C}" destId="{A96050B0-51B5-4CEC-A855-34BF0CAF4112}" srcOrd="5" destOrd="0" parTransId="{94CD5265-B5BF-4A20-8409-F136A2B45CC2}" sibTransId="{FB961D38-8439-4DBB-8D48-6A58BF8EA6F9}"/>
    <dgm:cxn modelId="{A0571004-8B81-4660-A5FD-BD29CAB13A84}" srcId="{7B5CD77F-BB38-4A9A-8F7E-4BDEDE432C7C}" destId="{1F5D6140-4188-4C62-8114-68DE6E68DE30}" srcOrd="1" destOrd="0" parTransId="{18BF1F82-1684-4E2E-A9FE-11A04E3BB579}" sibTransId="{35218E9C-7DE6-4033-A8CB-1F646EBB7B6C}"/>
    <dgm:cxn modelId="{ED28B006-96FA-463C-AD19-05162351C6E8}" type="presOf" srcId="{A96050B0-51B5-4CEC-A855-34BF0CAF4112}" destId="{68B2CF32-69BD-4E48-832F-4F0FD51B02B3}" srcOrd="0" destOrd="0" presId="urn:microsoft.com/office/officeart/2009/layout/CircleArrowProcess"/>
    <dgm:cxn modelId="{2375A72B-F3C5-4206-8866-F020E7E65293}" type="presOf" srcId="{5110E0CF-281B-44B1-B8CC-67730A82973D}" destId="{7A8B6EC1-E67C-47D1-B8D1-F017DB034A9D}" srcOrd="0" destOrd="0" presId="urn:microsoft.com/office/officeart/2009/layout/CircleArrowProcess"/>
    <dgm:cxn modelId="{4A4E3156-5C13-4BAE-B8A2-6D803FDEB98A}" type="presOf" srcId="{7B5CD77F-BB38-4A9A-8F7E-4BDEDE432C7C}" destId="{0BE5CB7D-010B-44DD-973C-9385B5B290CF}" srcOrd="0" destOrd="0" presId="urn:microsoft.com/office/officeart/2009/layout/CircleArrowProcess"/>
    <dgm:cxn modelId="{24DCCD8B-7A23-4AB1-A981-B77F691624A3}" srcId="{7B5CD77F-BB38-4A9A-8F7E-4BDEDE432C7C}" destId="{5110E0CF-281B-44B1-B8CC-67730A82973D}" srcOrd="2" destOrd="0" parTransId="{B3A897F7-DAA8-4B1B-BD33-9CDF4BE4A076}" sibTransId="{306772AD-2A8D-4BE0-B360-125E653D66E2}"/>
    <dgm:cxn modelId="{C43F4B8D-0436-4D69-B434-032A6929C8DF}" type="presOf" srcId="{8230729F-BBC6-4193-9B35-0FDCC6845CA7}" destId="{5B8DC0CD-5FE7-43D5-9A4D-55F5D53A4E6F}" srcOrd="0" destOrd="0" presId="urn:microsoft.com/office/officeart/2009/layout/CircleArrowProcess"/>
    <dgm:cxn modelId="{2F3FA9A7-EF64-4CE3-97D4-A0D025AD18FE}" srcId="{7B5CD77F-BB38-4A9A-8F7E-4BDEDE432C7C}" destId="{75B87500-87F4-49C1-9C8A-DACE6179F2F4}" srcOrd="4" destOrd="0" parTransId="{AD15BB0A-3605-4C06-831C-8401C80612A8}" sibTransId="{044D2CD1-3922-4F7E-8B52-2C567060D54F}"/>
    <dgm:cxn modelId="{E4CD31AE-400B-4227-BCB0-523DF93BED97}" type="presOf" srcId="{75B87500-87F4-49C1-9C8A-DACE6179F2F4}" destId="{18959106-D48F-4414-A9E9-B8530EE0995F}" srcOrd="0" destOrd="0" presId="urn:microsoft.com/office/officeart/2009/layout/CircleArrowProcess"/>
    <dgm:cxn modelId="{B1B3E6B3-1662-46B2-960A-692E6FE63C9E}" type="presOf" srcId="{63058878-EB77-4F13-BD90-5AE89B61DF32}" destId="{69ABB8C0-DD01-45DA-875F-EE19B928A0E1}" srcOrd="0" destOrd="0" presId="urn:microsoft.com/office/officeart/2009/layout/CircleArrowProcess"/>
    <dgm:cxn modelId="{EB426DF8-3B70-4C44-A6FA-AADB1BC125F3}" srcId="{7B5CD77F-BB38-4A9A-8F7E-4BDEDE432C7C}" destId="{63058878-EB77-4F13-BD90-5AE89B61DF32}" srcOrd="3" destOrd="0" parTransId="{17E8325F-2473-4E55-BDA7-8C2E1699A798}" sibTransId="{A5515382-808F-43D3-BBF1-D2E9F3C16178}"/>
    <dgm:cxn modelId="{E58A29F9-20F6-4430-B2A9-8B792AE6BAEB}" srcId="{7B5CD77F-BB38-4A9A-8F7E-4BDEDE432C7C}" destId="{8230729F-BBC6-4193-9B35-0FDCC6845CA7}" srcOrd="0" destOrd="0" parTransId="{076CABA3-14E6-42DF-ACB2-4F3E87EF154D}" sibTransId="{45C819DB-BAAE-488F-9714-FF73398EF869}"/>
    <dgm:cxn modelId="{0ABC8DFA-6ED0-4888-8F38-64EDFC971F83}" type="presOf" srcId="{1F5D6140-4188-4C62-8114-68DE6E68DE30}" destId="{374C0B29-00E7-4C1F-A604-A63EF3CEF469}" srcOrd="0" destOrd="0" presId="urn:microsoft.com/office/officeart/2009/layout/CircleArrowProcess"/>
    <dgm:cxn modelId="{DEDCB876-C683-410E-BB57-56D14FD375B4}" type="presParOf" srcId="{0BE5CB7D-010B-44DD-973C-9385B5B290CF}" destId="{44982E29-C749-4F0B-9362-4324D1B8395E}" srcOrd="0" destOrd="0" presId="urn:microsoft.com/office/officeart/2009/layout/CircleArrowProcess"/>
    <dgm:cxn modelId="{AF85662A-495D-4017-BD11-BAB274C21BED}" type="presParOf" srcId="{44982E29-C749-4F0B-9362-4324D1B8395E}" destId="{BB8B8194-EC1F-45FF-BB21-2F7E873E9347}" srcOrd="0" destOrd="0" presId="urn:microsoft.com/office/officeart/2009/layout/CircleArrowProcess"/>
    <dgm:cxn modelId="{125EC108-903D-4943-AD7F-DAF50607F02C}" type="presParOf" srcId="{0BE5CB7D-010B-44DD-973C-9385B5B290CF}" destId="{5B8DC0CD-5FE7-43D5-9A4D-55F5D53A4E6F}" srcOrd="1" destOrd="0" presId="urn:microsoft.com/office/officeart/2009/layout/CircleArrowProcess"/>
    <dgm:cxn modelId="{E45F6A5F-F259-4B99-B7BD-8668CB434BBC}" type="presParOf" srcId="{0BE5CB7D-010B-44DD-973C-9385B5B290CF}" destId="{9491EDEB-EFA6-484A-B4B5-8F6E29C1A69C}" srcOrd="2" destOrd="0" presId="urn:microsoft.com/office/officeart/2009/layout/CircleArrowProcess"/>
    <dgm:cxn modelId="{E8B442B4-0694-4E2C-A3A9-83728E018C1A}" type="presParOf" srcId="{9491EDEB-EFA6-484A-B4B5-8F6E29C1A69C}" destId="{D4BE2F8A-C7C1-4C03-ADAF-9F68CE16FF39}" srcOrd="0" destOrd="0" presId="urn:microsoft.com/office/officeart/2009/layout/CircleArrowProcess"/>
    <dgm:cxn modelId="{FF70D071-A81F-4F02-97EF-8CBE1AD3BF41}" type="presParOf" srcId="{0BE5CB7D-010B-44DD-973C-9385B5B290CF}" destId="{374C0B29-00E7-4C1F-A604-A63EF3CEF469}" srcOrd="3" destOrd="0" presId="urn:microsoft.com/office/officeart/2009/layout/CircleArrowProcess"/>
    <dgm:cxn modelId="{148DAAF9-3E1A-4017-9EB4-04D7A7598308}" type="presParOf" srcId="{0BE5CB7D-010B-44DD-973C-9385B5B290CF}" destId="{220CFDD9-5149-434A-90CC-6E129CCD9986}" srcOrd="4" destOrd="0" presId="urn:microsoft.com/office/officeart/2009/layout/CircleArrowProcess"/>
    <dgm:cxn modelId="{6ACFF324-D619-41F4-A85D-B91443D4BD78}" type="presParOf" srcId="{220CFDD9-5149-434A-90CC-6E129CCD9986}" destId="{6736A244-6B1A-47A4-ACDB-60D992D76969}" srcOrd="0" destOrd="0" presId="urn:microsoft.com/office/officeart/2009/layout/CircleArrowProcess"/>
    <dgm:cxn modelId="{75568976-A6E1-4E85-B9DF-1B078CCCA9AF}" type="presParOf" srcId="{0BE5CB7D-010B-44DD-973C-9385B5B290CF}" destId="{7A8B6EC1-E67C-47D1-B8D1-F017DB034A9D}" srcOrd="5" destOrd="0" presId="urn:microsoft.com/office/officeart/2009/layout/CircleArrowProcess"/>
    <dgm:cxn modelId="{96B1162D-B9DB-4B85-883F-481E988A1CDB}" type="presParOf" srcId="{0BE5CB7D-010B-44DD-973C-9385B5B290CF}" destId="{E639AFBE-1D29-4FA3-AF6A-F58BCB27A61B}" srcOrd="6" destOrd="0" presId="urn:microsoft.com/office/officeart/2009/layout/CircleArrowProcess"/>
    <dgm:cxn modelId="{E9F47B3B-75D8-4462-AC17-02BA229B014A}" type="presParOf" srcId="{E639AFBE-1D29-4FA3-AF6A-F58BCB27A61B}" destId="{58FA518A-FBF4-446B-915F-0AC3314FBB84}" srcOrd="0" destOrd="0" presId="urn:microsoft.com/office/officeart/2009/layout/CircleArrowProcess"/>
    <dgm:cxn modelId="{4EC7E98C-50D1-4F9B-B1BD-1A550E08FBA7}" type="presParOf" srcId="{0BE5CB7D-010B-44DD-973C-9385B5B290CF}" destId="{69ABB8C0-DD01-45DA-875F-EE19B928A0E1}" srcOrd="7" destOrd="0" presId="urn:microsoft.com/office/officeart/2009/layout/CircleArrowProcess"/>
    <dgm:cxn modelId="{E00373ED-30D7-4E75-9E1F-56E3F765B83C}" type="presParOf" srcId="{0BE5CB7D-010B-44DD-973C-9385B5B290CF}" destId="{24BBF247-C1B8-46DA-94DE-D455914C9029}" srcOrd="8" destOrd="0" presId="urn:microsoft.com/office/officeart/2009/layout/CircleArrowProcess"/>
    <dgm:cxn modelId="{A04EDD37-CA0F-49CA-BAA9-637A541557AE}" type="presParOf" srcId="{24BBF247-C1B8-46DA-94DE-D455914C9029}" destId="{19A96606-FF89-43EA-A9FD-42EC7EF358F4}" srcOrd="0" destOrd="0" presId="urn:microsoft.com/office/officeart/2009/layout/CircleArrowProcess"/>
    <dgm:cxn modelId="{AA45A045-B8E3-4D43-8BFC-5D2CBF65EB3D}" type="presParOf" srcId="{0BE5CB7D-010B-44DD-973C-9385B5B290CF}" destId="{18959106-D48F-4414-A9E9-B8530EE0995F}" srcOrd="9" destOrd="0" presId="urn:microsoft.com/office/officeart/2009/layout/CircleArrowProcess"/>
    <dgm:cxn modelId="{22FEB5DE-3CCB-49CD-9627-2B415768B271}" type="presParOf" srcId="{0BE5CB7D-010B-44DD-973C-9385B5B290CF}" destId="{03DDF6BA-C9A8-4E68-B542-1A7725677245}" srcOrd="10" destOrd="0" presId="urn:microsoft.com/office/officeart/2009/layout/CircleArrowProcess"/>
    <dgm:cxn modelId="{0BADC1AF-2B6A-494C-BBE9-D102F1C2DA99}" type="presParOf" srcId="{03DDF6BA-C9A8-4E68-B542-1A7725677245}" destId="{6A63E750-2B6A-445C-8FEE-075CD053CFB7}" srcOrd="0" destOrd="0" presId="urn:microsoft.com/office/officeart/2009/layout/CircleArrowProcess"/>
    <dgm:cxn modelId="{0D9F2805-F70E-488E-9FF5-2FE2E40859DA}" type="presParOf" srcId="{0BE5CB7D-010B-44DD-973C-9385B5B290CF}" destId="{68B2CF32-69BD-4E48-832F-4F0FD51B02B3}" srcOrd="11" destOrd="0" presId="urn:microsoft.com/office/officeart/2009/layout/CircleArrowProcess"/>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648949-FA6C-4753-9C92-25390ADB6426}" type="doc">
      <dgm:prSet loTypeId="urn:microsoft.com/office/officeart/2005/8/layout/bProcess3" loCatId="process" qsTypeId="urn:microsoft.com/office/officeart/2005/8/quickstyle/simple2" qsCatId="simple" csTypeId="urn:microsoft.com/office/officeart/2005/8/colors/accent1_2" csCatId="accent1" phldr="1"/>
      <dgm:spPr/>
      <dgm:t>
        <a:bodyPr/>
        <a:lstStyle/>
        <a:p>
          <a:endParaRPr lang="es-MX"/>
        </a:p>
      </dgm:t>
    </dgm:pt>
    <dgm:pt modelId="{74B9AE80-55C4-4A9A-904D-E48341BDD1BF}">
      <dgm:prSet phldrT="[Texto]" custT="1"/>
      <dgm:spPr>
        <a:solidFill>
          <a:srgbClr val="E7D295"/>
        </a:solidFill>
      </dgm:spPr>
      <dgm:t>
        <a:bodyPr/>
        <a:lstStyle/>
        <a:p>
          <a:pPr algn="just"/>
          <a:r>
            <a:rPr lang="es-MX" sz="11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Solicitará sea designada a la persona servidora pública que será el enlace en la  CS. </a:t>
          </a:r>
        </a:p>
      </dgm:t>
    </dgm:pt>
    <dgm:pt modelId="{4CCF8756-A662-4C71-B30C-82F67544C8DB}" type="parTrans" cxnId="{F2B5393B-FDD3-4DB8-AD5E-E68DBB6017AA}">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14DC0C4E-5ABE-4456-8ADF-7FA318CFC63F}" type="sibTrans" cxnId="{F2B5393B-FDD3-4DB8-AD5E-E68DBB6017AA}">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94C760FA-E388-428B-B4CB-80B7251251CA}">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Diseñará, elaborará y entregará los documentos normativos de CS (Esquema, Guía Operativa y PATCS), a la unidad operativa competente de la Secretaría de Anticorrupción y Buen Gobierno.</a:t>
          </a:r>
        </a:p>
      </dgm:t>
    </dgm:pt>
    <dgm:pt modelId="{89F69FB8-B5CE-464C-B52F-0084F244B8A1}" type="parTrans" cxnId="{2C811BB1-8410-4947-818C-848438DCF16D}">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661DECCC-8CDF-47F3-B011-16D0F553B7CD}" type="sibTrans" cxnId="{2C811BB1-8410-4947-818C-848438DCF16D}">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6EEC0BAA-EA99-4665-97B6-D1FEF1338283}">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Una vez validados, entregará los documentos normativos de CS a la instancia ejecutora respectiva.</a:t>
          </a:r>
        </a:p>
      </dgm:t>
    </dgm:pt>
    <dgm:pt modelId="{A993D974-8D9B-4A39-8607-F2AB405DEFEA}" type="parTrans" cxnId="{3B9876DE-521F-49C0-98C3-76E08C8A6E5D}">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7AE64BC6-B6DA-4A3C-A85E-AB36FB7CCBFD}" type="sibTrans" cxnId="{3B9876DE-521F-49C0-98C3-76E08C8A6E5D}">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5ECFB428-DADC-453C-B2F7-2B1C50BE23B5}">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Paralelo a lo anterior, publicará en su portal institucional los documentos normativos de CS validados.</a:t>
          </a:r>
        </a:p>
      </dgm:t>
    </dgm:pt>
    <dgm:pt modelId="{20A946BF-4E64-4269-8EB6-41F84E1AE666}" type="parTrans" cxnId="{22D36134-E16F-4DA5-8B40-51EA0CB7EA3C}">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117C6B15-8C1B-4F3E-97A6-ED2D43978EE5}" type="sibTrans" cxnId="{22D36134-E16F-4DA5-8B40-51EA0CB7EA3C}">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AC50B201-E474-4327-BB7F-75849BDB90FA}">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Elaborará y asignará material de difusión y capacitación.</a:t>
          </a:r>
        </a:p>
      </dgm:t>
    </dgm:pt>
    <dgm:pt modelId="{F986C3EB-B575-44B1-967C-3F743EE008C9}" type="parTrans" cxnId="{75C429BF-D926-4014-BE04-ACDB2745B7F8}">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EA3946B1-EBB7-4EB0-AED9-FE4998A430DD}" type="sibTrans" cxnId="{75C429BF-D926-4014-BE04-ACDB2745B7F8}">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93B01113-8E8F-428C-8334-BFFD63F0A085}">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Capacitará y asesorará a las personas servidoras públicas designadas como enlace por parte de las instancias ejecutoras.</a:t>
          </a:r>
        </a:p>
      </dgm:t>
    </dgm:pt>
    <dgm:pt modelId="{077E62E6-C671-4249-8107-AFD5CC7C1784}" type="parTrans" cxnId="{114B6C93-6BAB-4E43-BE53-1D5D1890AF67}">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ACEFE8B8-2EA7-49A4-8848-4AAF21124349}" type="sibTrans" cxnId="{114B6C93-6BAB-4E43-BE53-1D5D1890AF67}">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230026C2-D3F7-4DAD-9453-FDCE9E3A2D0C}">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Asignará los materiales de difusión y capacitación a las instancias ejecutoras.</a:t>
          </a:r>
        </a:p>
      </dgm:t>
    </dgm:pt>
    <dgm:pt modelId="{A74CAA06-0999-4BC2-BEDC-F8A301B98797}" type="parTrans" cxnId="{F1833087-8CD6-4DE5-B53B-FD1DC8B335FA}">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C3CF24F8-0F2C-4514-9FE1-D7AA7C83BDEF}" type="sibTrans" cxnId="{F1833087-8CD6-4DE5-B53B-FD1DC8B335FA}">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E1017CD9-A342-4249-8BC8-9ECFDC2CE377}">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Aprobará los programas de trabajo elaborados por las instancias ejecutoras.</a:t>
          </a:r>
        </a:p>
      </dgm:t>
    </dgm:pt>
    <dgm:pt modelId="{A73FF040-2DF1-4682-AA39-2D6DB385C58C}" type="parTrans" cxnId="{C853AAA2-F2CE-4624-8C3B-DE6E82A81D55}">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5A1CDC32-19A3-4A77-8286-9E4ABA86CA7B}" type="sibTrans" cxnId="{C853AAA2-F2CE-4624-8C3B-DE6E82A81D55}">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A5DC3E5A-2F59-4521-806A-7E7D597A937B}">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Elaborará el informe de resultados de CS.</a:t>
          </a:r>
        </a:p>
      </dgm:t>
    </dgm:pt>
    <dgm:pt modelId="{F48B0CAB-ABD7-4AA2-974B-62FEEC4B22C9}" type="parTrans" cxnId="{A8AF6546-BAC5-457B-A89D-59CF1998010A}">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9EBBDEF2-F890-4EA6-A47C-0E2B0EC0F611}" type="sibTrans" cxnId="{A8AF6546-BAC5-457B-A89D-59CF1998010A}">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8CD3743A-2E68-418E-93AE-5EB8552E9FBE}">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Dará seguimiento a la captación, atención y canalización de denuncias, quejas y sugerencias que los comités o personas beneficiarias presenten.</a:t>
          </a:r>
        </a:p>
      </dgm:t>
    </dgm:pt>
    <dgm:pt modelId="{962A66D5-CF47-4D24-B4DE-F45C957316BC}" type="parTrans" cxnId="{8BCDC280-073D-4EA0-9A5E-BB96FE6E2877}">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491826DD-BAB2-4875-B8BC-574A9BAFE055}" type="sibTrans" cxnId="{8BCDC280-073D-4EA0-9A5E-BB96FE6E2877}">
      <dgm:prSet custT="1"/>
      <dgm:spPr>
        <a:ln>
          <a:solidFill>
            <a:srgbClr val="621333"/>
          </a:solidFill>
        </a:ln>
      </dgm:spPr>
      <dgm:t>
        <a:bodyPr/>
        <a:lstStyle/>
        <a:p>
          <a:endParaRPr lang="es-MX" sz="10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C4C4332F-1DD1-4C4A-A924-CAA1C9972EB9}">
      <dgm:prSet phldrT="[Texto]" custT="1"/>
      <dgm:spPr>
        <a:solidFill>
          <a:srgbClr val="E7D295"/>
        </a:solidFill>
      </dgm:spPr>
      <dgm:t>
        <a:bodyPr/>
        <a:lstStyle/>
        <a:p>
          <a:pPr algn="just"/>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Registrará información en el Sistema Informático de la CS en el perfil de instancia normativa.</a:t>
          </a:r>
        </a:p>
      </dgm:t>
    </dgm:pt>
    <dgm:pt modelId="{A616CEFC-AD46-4175-823A-1A2EF500008C}" type="parTrans" cxnId="{E3CF00A0-E303-4825-B4D0-3F997E30B25B}">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B9E3692A-1F7A-4A80-8698-BABBFFB79304}" type="sibTrans" cxnId="{E3CF00A0-E303-4825-B4D0-3F997E30B25B}">
      <dgm:prSet/>
      <dgm:spPr/>
      <dgm:t>
        <a:bodyPr/>
        <a:lstStyle/>
        <a:p>
          <a:endParaRPr lang="es-MX" sz="10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30A840D7-987D-40E5-9E1A-20662DFDE7D3}" type="pres">
      <dgm:prSet presAssocID="{87648949-FA6C-4753-9C92-25390ADB6426}" presName="Name0" presStyleCnt="0">
        <dgm:presLayoutVars>
          <dgm:dir/>
          <dgm:resizeHandles val="exact"/>
        </dgm:presLayoutVars>
      </dgm:prSet>
      <dgm:spPr/>
    </dgm:pt>
    <dgm:pt modelId="{68D80763-FD96-471B-BB1D-25039C046B75}" type="pres">
      <dgm:prSet presAssocID="{74B9AE80-55C4-4A9A-904D-E48341BDD1BF}" presName="node" presStyleLbl="node1" presStyleIdx="0" presStyleCnt="11">
        <dgm:presLayoutVars>
          <dgm:bulletEnabled val="1"/>
        </dgm:presLayoutVars>
      </dgm:prSet>
      <dgm:spPr/>
    </dgm:pt>
    <dgm:pt modelId="{33D9FCA6-60FD-406D-9AF4-0997C85D0E70}" type="pres">
      <dgm:prSet presAssocID="{14DC0C4E-5ABE-4456-8ADF-7FA318CFC63F}" presName="sibTrans" presStyleLbl="sibTrans1D1" presStyleIdx="0" presStyleCnt="10"/>
      <dgm:spPr/>
    </dgm:pt>
    <dgm:pt modelId="{5D9310D3-25A8-474D-ABCD-63F9A768A23E}" type="pres">
      <dgm:prSet presAssocID="{14DC0C4E-5ABE-4456-8ADF-7FA318CFC63F}" presName="connectorText" presStyleLbl="sibTrans1D1" presStyleIdx="0" presStyleCnt="10"/>
      <dgm:spPr/>
    </dgm:pt>
    <dgm:pt modelId="{F265E74A-9A8A-4DB2-A180-8AB11802F840}" type="pres">
      <dgm:prSet presAssocID="{94C760FA-E388-428B-B4CB-80B7251251CA}" presName="node" presStyleLbl="node1" presStyleIdx="1" presStyleCnt="11" custScaleX="120491" custScaleY="152980">
        <dgm:presLayoutVars>
          <dgm:bulletEnabled val="1"/>
        </dgm:presLayoutVars>
      </dgm:prSet>
      <dgm:spPr/>
    </dgm:pt>
    <dgm:pt modelId="{8FADE7DF-7CA3-4739-B72A-48F026DE84ED}" type="pres">
      <dgm:prSet presAssocID="{661DECCC-8CDF-47F3-B011-16D0F553B7CD}" presName="sibTrans" presStyleLbl="sibTrans1D1" presStyleIdx="1" presStyleCnt="10"/>
      <dgm:spPr/>
    </dgm:pt>
    <dgm:pt modelId="{8AD45A9E-8A08-40F1-A2AE-BCFE37822458}" type="pres">
      <dgm:prSet presAssocID="{661DECCC-8CDF-47F3-B011-16D0F553B7CD}" presName="connectorText" presStyleLbl="sibTrans1D1" presStyleIdx="1" presStyleCnt="10"/>
      <dgm:spPr/>
    </dgm:pt>
    <dgm:pt modelId="{2D435FE4-B6C3-4C15-A320-E0329F070BD6}" type="pres">
      <dgm:prSet presAssocID="{6EEC0BAA-EA99-4665-97B6-D1FEF1338283}" presName="node" presStyleLbl="node1" presStyleIdx="2" presStyleCnt="11">
        <dgm:presLayoutVars>
          <dgm:bulletEnabled val="1"/>
        </dgm:presLayoutVars>
      </dgm:prSet>
      <dgm:spPr/>
    </dgm:pt>
    <dgm:pt modelId="{B29397EB-30AD-4BDE-B4A6-C14497CBE307}" type="pres">
      <dgm:prSet presAssocID="{7AE64BC6-B6DA-4A3C-A85E-AB36FB7CCBFD}" presName="sibTrans" presStyleLbl="sibTrans1D1" presStyleIdx="2" presStyleCnt="10"/>
      <dgm:spPr/>
    </dgm:pt>
    <dgm:pt modelId="{87ECF9D3-C80F-4401-9AB8-310B193D2F42}" type="pres">
      <dgm:prSet presAssocID="{7AE64BC6-B6DA-4A3C-A85E-AB36FB7CCBFD}" presName="connectorText" presStyleLbl="sibTrans1D1" presStyleIdx="2" presStyleCnt="10"/>
      <dgm:spPr/>
    </dgm:pt>
    <dgm:pt modelId="{3068512B-61FF-4707-B0AF-0BC959384AB1}" type="pres">
      <dgm:prSet presAssocID="{5ECFB428-DADC-453C-B2F7-2B1C50BE23B5}" presName="node" presStyleLbl="node1" presStyleIdx="3" presStyleCnt="11">
        <dgm:presLayoutVars>
          <dgm:bulletEnabled val="1"/>
        </dgm:presLayoutVars>
      </dgm:prSet>
      <dgm:spPr/>
    </dgm:pt>
    <dgm:pt modelId="{82EDF827-35A0-4ADA-BCE4-F338C3DFD463}" type="pres">
      <dgm:prSet presAssocID="{117C6B15-8C1B-4F3E-97A6-ED2D43978EE5}" presName="sibTrans" presStyleLbl="sibTrans1D1" presStyleIdx="3" presStyleCnt="10"/>
      <dgm:spPr/>
    </dgm:pt>
    <dgm:pt modelId="{EADDD188-B0C6-497F-BB39-E4442FE9FF61}" type="pres">
      <dgm:prSet presAssocID="{117C6B15-8C1B-4F3E-97A6-ED2D43978EE5}" presName="connectorText" presStyleLbl="sibTrans1D1" presStyleIdx="3" presStyleCnt="10"/>
      <dgm:spPr/>
    </dgm:pt>
    <dgm:pt modelId="{15BD67FD-9E0A-4C0C-AFB1-34C953803656}" type="pres">
      <dgm:prSet presAssocID="{AC50B201-E474-4327-BB7F-75849BDB90FA}" presName="node" presStyleLbl="node1" presStyleIdx="4" presStyleCnt="11">
        <dgm:presLayoutVars>
          <dgm:bulletEnabled val="1"/>
        </dgm:presLayoutVars>
      </dgm:prSet>
      <dgm:spPr/>
    </dgm:pt>
    <dgm:pt modelId="{56F79873-BD41-46C3-A62C-F0E0FF284D7F}" type="pres">
      <dgm:prSet presAssocID="{EA3946B1-EBB7-4EB0-AED9-FE4998A430DD}" presName="sibTrans" presStyleLbl="sibTrans1D1" presStyleIdx="4" presStyleCnt="10"/>
      <dgm:spPr/>
    </dgm:pt>
    <dgm:pt modelId="{432D95C2-59AB-47D9-A5F8-E609A4D68B0F}" type="pres">
      <dgm:prSet presAssocID="{EA3946B1-EBB7-4EB0-AED9-FE4998A430DD}" presName="connectorText" presStyleLbl="sibTrans1D1" presStyleIdx="4" presStyleCnt="10"/>
      <dgm:spPr/>
    </dgm:pt>
    <dgm:pt modelId="{40EA151C-2B12-4E8F-8BC5-66D47031FECB}" type="pres">
      <dgm:prSet presAssocID="{93B01113-8E8F-428C-8334-BFFD63F0A085}" presName="node" presStyleLbl="node1" presStyleIdx="5" presStyleCnt="11">
        <dgm:presLayoutVars>
          <dgm:bulletEnabled val="1"/>
        </dgm:presLayoutVars>
      </dgm:prSet>
      <dgm:spPr/>
    </dgm:pt>
    <dgm:pt modelId="{FD64E34F-4761-49F1-8733-3CA227280746}" type="pres">
      <dgm:prSet presAssocID="{ACEFE8B8-2EA7-49A4-8848-4AAF21124349}" presName="sibTrans" presStyleLbl="sibTrans1D1" presStyleIdx="5" presStyleCnt="10"/>
      <dgm:spPr/>
    </dgm:pt>
    <dgm:pt modelId="{31A4C478-CEA7-4A05-A992-9C2F3D59CF99}" type="pres">
      <dgm:prSet presAssocID="{ACEFE8B8-2EA7-49A4-8848-4AAF21124349}" presName="connectorText" presStyleLbl="sibTrans1D1" presStyleIdx="5" presStyleCnt="10"/>
      <dgm:spPr/>
    </dgm:pt>
    <dgm:pt modelId="{A05264B7-E8CC-425B-94FB-4E296F15F115}" type="pres">
      <dgm:prSet presAssocID="{230026C2-D3F7-4DAD-9453-FDCE9E3A2D0C}" presName="node" presStyleLbl="node1" presStyleIdx="6" presStyleCnt="11">
        <dgm:presLayoutVars>
          <dgm:bulletEnabled val="1"/>
        </dgm:presLayoutVars>
      </dgm:prSet>
      <dgm:spPr/>
    </dgm:pt>
    <dgm:pt modelId="{A1DEF166-88DF-4458-83CE-EA6AFEC504C0}" type="pres">
      <dgm:prSet presAssocID="{C3CF24F8-0F2C-4514-9FE1-D7AA7C83BDEF}" presName="sibTrans" presStyleLbl="sibTrans1D1" presStyleIdx="6" presStyleCnt="10"/>
      <dgm:spPr/>
    </dgm:pt>
    <dgm:pt modelId="{0ECA80D3-DF28-41FB-B41E-4BD0805143AD}" type="pres">
      <dgm:prSet presAssocID="{C3CF24F8-0F2C-4514-9FE1-D7AA7C83BDEF}" presName="connectorText" presStyleLbl="sibTrans1D1" presStyleIdx="6" presStyleCnt="10"/>
      <dgm:spPr/>
    </dgm:pt>
    <dgm:pt modelId="{E3472F28-17DA-4675-9225-060404EABA9D}" type="pres">
      <dgm:prSet presAssocID="{E1017CD9-A342-4249-8BC8-9ECFDC2CE377}" presName="node" presStyleLbl="node1" presStyleIdx="7" presStyleCnt="11">
        <dgm:presLayoutVars>
          <dgm:bulletEnabled val="1"/>
        </dgm:presLayoutVars>
      </dgm:prSet>
      <dgm:spPr/>
    </dgm:pt>
    <dgm:pt modelId="{F84A3DB0-CFF3-4A42-B2AF-5C4182E53B49}" type="pres">
      <dgm:prSet presAssocID="{5A1CDC32-19A3-4A77-8286-9E4ABA86CA7B}" presName="sibTrans" presStyleLbl="sibTrans1D1" presStyleIdx="7" presStyleCnt="10"/>
      <dgm:spPr/>
    </dgm:pt>
    <dgm:pt modelId="{E4F7A67C-EF0B-4291-A436-93DE33C9DE09}" type="pres">
      <dgm:prSet presAssocID="{5A1CDC32-19A3-4A77-8286-9E4ABA86CA7B}" presName="connectorText" presStyleLbl="sibTrans1D1" presStyleIdx="7" presStyleCnt="10"/>
      <dgm:spPr/>
    </dgm:pt>
    <dgm:pt modelId="{31519B84-12CA-47FD-AD4E-3CCF63C74AA6}" type="pres">
      <dgm:prSet presAssocID="{A5DC3E5A-2F59-4521-806A-7E7D597A937B}" presName="node" presStyleLbl="node1" presStyleIdx="8" presStyleCnt="11">
        <dgm:presLayoutVars>
          <dgm:bulletEnabled val="1"/>
        </dgm:presLayoutVars>
      </dgm:prSet>
      <dgm:spPr/>
    </dgm:pt>
    <dgm:pt modelId="{51C34AF4-2E37-40CB-A2B9-6697D39496B1}" type="pres">
      <dgm:prSet presAssocID="{9EBBDEF2-F890-4EA6-A47C-0E2B0EC0F611}" presName="sibTrans" presStyleLbl="sibTrans1D1" presStyleIdx="8" presStyleCnt="10"/>
      <dgm:spPr/>
    </dgm:pt>
    <dgm:pt modelId="{FD0BA8B6-7A1D-43C7-951C-4C58584F43C9}" type="pres">
      <dgm:prSet presAssocID="{9EBBDEF2-F890-4EA6-A47C-0E2B0EC0F611}" presName="connectorText" presStyleLbl="sibTrans1D1" presStyleIdx="8" presStyleCnt="10"/>
      <dgm:spPr/>
    </dgm:pt>
    <dgm:pt modelId="{22DA27F8-C517-4BE3-B78E-751CF96FC40C}" type="pres">
      <dgm:prSet presAssocID="{8CD3743A-2E68-418E-93AE-5EB8552E9FBE}" presName="node" presStyleLbl="node1" presStyleIdx="9" presStyleCnt="11" custScaleX="125073">
        <dgm:presLayoutVars>
          <dgm:bulletEnabled val="1"/>
        </dgm:presLayoutVars>
      </dgm:prSet>
      <dgm:spPr/>
    </dgm:pt>
    <dgm:pt modelId="{15280540-C1ED-42BE-81F8-43A4A043E995}" type="pres">
      <dgm:prSet presAssocID="{491826DD-BAB2-4875-B8BC-574A9BAFE055}" presName="sibTrans" presStyleLbl="sibTrans1D1" presStyleIdx="9" presStyleCnt="10"/>
      <dgm:spPr/>
    </dgm:pt>
    <dgm:pt modelId="{2B1BC61C-057E-4920-BD6C-440AD3ABA159}" type="pres">
      <dgm:prSet presAssocID="{491826DD-BAB2-4875-B8BC-574A9BAFE055}" presName="connectorText" presStyleLbl="sibTrans1D1" presStyleIdx="9" presStyleCnt="10"/>
      <dgm:spPr/>
    </dgm:pt>
    <dgm:pt modelId="{265377B5-4A1E-419F-A432-1949CDEC3C74}" type="pres">
      <dgm:prSet presAssocID="{C4C4332F-1DD1-4C4A-A924-CAA1C9972EB9}" presName="node" presStyleLbl="node1" presStyleIdx="10" presStyleCnt="11" custLinFactX="61177" custLinFactNeighborX="100000" custLinFactNeighborY="-1437">
        <dgm:presLayoutVars>
          <dgm:bulletEnabled val="1"/>
        </dgm:presLayoutVars>
      </dgm:prSet>
      <dgm:spPr/>
    </dgm:pt>
  </dgm:ptLst>
  <dgm:cxnLst>
    <dgm:cxn modelId="{8A808605-74B2-4ABB-9379-E15C6F28F711}" type="presOf" srcId="{E1017CD9-A342-4249-8BC8-9ECFDC2CE377}" destId="{E3472F28-17DA-4675-9225-060404EABA9D}" srcOrd="0" destOrd="0" presId="urn:microsoft.com/office/officeart/2005/8/layout/bProcess3"/>
    <dgm:cxn modelId="{91E68612-84B4-4068-9DC8-B82C0E914607}" type="presOf" srcId="{C3CF24F8-0F2C-4514-9FE1-D7AA7C83BDEF}" destId="{0ECA80D3-DF28-41FB-B41E-4BD0805143AD}" srcOrd="1" destOrd="0" presId="urn:microsoft.com/office/officeart/2005/8/layout/bProcess3"/>
    <dgm:cxn modelId="{E3A61D14-2621-4C21-BEBB-1DA5F125BE26}" type="presOf" srcId="{6EEC0BAA-EA99-4665-97B6-D1FEF1338283}" destId="{2D435FE4-B6C3-4C15-A320-E0329F070BD6}" srcOrd="0" destOrd="0" presId="urn:microsoft.com/office/officeart/2005/8/layout/bProcess3"/>
    <dgm:cxn modelId="{4E11ED14-4966-4F8B-A3CB-361F8476103D}" type="presOf" srcId="{74B9AE80-55C4-4A9A-904D-E48341BDD1BF}" destId="{68D80763-FD96-471B-BB1D-25039C046B75}" srcOrd="0" destOrd="0" presId="urn:microsoft.com/office/officeart/2005/8/layout/bProcess3"/>
    <dgm:cxn modelId="{11889717-1ABA-42A1-AFA6-EC9A7C4F9F9E}" type="presOf" srcId="{5ECFB428-DADC-453C-B2F7-2B1C50BE23B5}" destId="{3068512B-61FF-4707-B0AF-0BC959384AB1}" srcOrd="0" destOrd="0" presId="urn:microsoft.com/office/officeart/2005/8/layout/bProcess3"/>
    <dgm:cxn modelId="{0F70AE17-898B-4033-8E58-9DDC7DF5AC65}" type="presOf" srcId="{C4C4332F-1DD1-4C4A-A924-CAA1C9972EB9}" destId="{265377B5-4A1E-419F-A432-1949CDEC3C74}" srcOrd="0" destOrd="0" presId="urn:microsoft.com/office/officeart/2005/8/layout/bProcess3"/>
    <dgm:cxn modelId="{95156E26-9C9E-4B87-81A7-02E06A86F28B}" type="presOf" srcId="{93B01113-8E8F-428C-8334-BFFD63F0A085}" destId="{40EA151C-2B12-4E8F-8BC5-66D47031FECB}" srcOrd="0" destOrd="0" presId="urn:microsoft.com/office/officeart/2005/8/layout/bProcess3"/>
    <dgm:cxn modelId="{AE2E3D27-690F-4FD5-8B8E-7D0AF91D28A0}" type="presOf" srcId="{14DC0C4E-5ABE-4456-8ADF-7FA318CFC63F}" destId="{5D9310D3-25A8-474D-ABCD-63F9A768A23E}" srcOrd="1" destOrd="0" presId="urn:microsoft.com/office/officeart/2005/8/layout/bProcess3"/>
    <dgm:cxn modelId="{22D36134-E16F-4DA5-8B40-51EA0CB7EA3C}" srcId="{87648949-FA6C-4753-9C92-25390ADB6426}" destId="{5ECFB428-DADC-453C-B2F7-2B1C50BE23B5}" srcOrd="3" destOrd="0" parTransId="{20A946BF-4E64-4269-8EB6-41F84E1AE666}" sibTransId="{117C6B15-8C1B-4F3E-97A6-ED2D43978EE5}"/>
    <dgm:cxn modelId="{76AC5A37-992C-4FD6-BB4C-02DBD39A6109}" type="presOf" srcId="{8CD3743A-2E68-418E-93AE-5EB8552E9FBE}" destId="{22DA27F8-C517-4BE3-B78E-751CF96FC40C}" srcOrd="0" destOrd="0" presId="urn:microsoft.com/office/officeart/2005/8/layout/bProcess3"/>
    <dgm:cxn modelId="{F2B5393B-FDD3-4DB8-AD5E-E68DBB6017AA}" srcId="{87648949-FA6C-4753-9C92-25390ADB6426}" destId="{74B9AE80-55C4-4A9A-904D-E48341BDD1BF}" srcOrd="0" destOrd="0" parTransId="{4CCF8756-A662-4C71-B30C-82F67544C8DB}" sibTransId="{14DC0C4E-5ABE-4456-8ADF-7FA318CFC63F}"/>
    <dgm:cxn modelId="{26B60841-16BB-4F3C-83BF-9E30623A2CE2}" type="presOf" srcId="{ACEFE8B8-2EA7-49A4-8848-4AAF21124349}" destId="{31A4C478-CEA7-4A05-A992-9C2F3D59CF99}" srcOrd="1" destOrd="0" presId="urn:microsoft.com/office/officeart/2005/8/layout/bProcess3"/>
    <dgm:cxn modelId="{E52C2961-B106-4C77-BBEC-5551AF9039A1}" type="presOf" srcId="{AC50B201-E474-4327-BB7F-75849BDB90FA}" destId="{15BD67FD-9E0A-4C0C-AFB1-34C953803656}" srcOrd="0" destOrd="0" presId="urn:microsoft.com/office/officeart/2005/8/layout/bProcess3"/>
    <dgm:cxn modelId="{3B639B44-D3C7-459C-BAA1-D3DE002103AB}" type="presOf" srcId="{661DECCC-8CDF-47F3-B011-16D0F553B7CD}" destId="{8FADE7DF-7CA3-4739-B72A-48F026DE84ED}" srcOrd="0" destOrd="0" presId="urn:microsoft.com/office/officeart/2005/8/layout/bProcess3"/>
    <dgm:cxn modelId="{A8AF6546-BAC5-457B-A89D-59CF1998010A}" srcId="{87648949-FA6C-4753-9C92-25390ADB6426}" destId="{A5DC3E5A-2F59-4521-806A-7E7D597A937B}" srcOrd="8" destOrd="0" parTransId="{F48B0CAB-ABD7-4AA2-974B-62FEEC4B22C9}" sibTransId="{9EBBDEF2-F890-4EA6-A47C-0E2B0EC0F611}"/>
    <dgm:cxn modelId="{D279D966-DC72-448B-BB2E-9C0299E6F75C}" type="presOf" srcId="{117C6B15-8C1B-4F3E-97A6-ED2D43978EE5}" destId="{EADDD188-B0C6-497F-BB39-E4442FE9FF61}" srcOrd="1" destOrd="0" presId="urn:microsoft.com/office/officeart/2005/8/layout/bProcess3"/>
    <dgm:cxn modelId="{44661555-2DB3-459E-8EB3-2167594DDE2F}" type="presOf" srcId="{230026C2-D3F7-4DAD-9453-FDCE9E3A2D0C}" destId="{A05264B7-E8CC-425B-94FB-4E296F15F115}" srcOrd="0" destOrd="0" presId="urn:microsoft.com/office/officeart/2005/8/layout/bProcess3"/>
    <dgm:cxn modelId="{6ED1067B-3C3C-44CC-B296-D279B2097564}" type="presOf" srcId="{9EBBDEF2-F890-4EA6-A47C-0E2B0EC0F611}" destId="{51C34AF4-2E37-40CB-A2B9-6697D39496B1}" srcOrd="0" destOrd="0" presId="urn:microsoft.com/office/officeart/2005/8/layout/bProcess3"/>
    <dgm:cxn modelId="{83FD217B-9A1D-4B46-83DA-3F099CC0C537}" type="presOf" srcId="{117C6B15-8C1B-4F3E-97A6-ED2D43978EE5}" destId="{82EDF827-35A0-4ADA-BCE4-F338C3DFD463}" srcOrd="0" destOrd="0" presId="urn:microsoft.com/office/officeart/2005/8/layout/bProcess3"/>
    <dgm:cxn modelId="{8BCDC280-073D-4EA0-9A5E-BB96FE6E2877}" srcId="{87648949-FA6C-4753-9C92-25390ADB6426}" destId="{8CD3743A-2E68-418E-93AE-5EB8552E9FBE}" srcOrd="9" destOrd="0" parTransId="{962A66D5-CF47-4D24-B4DE-F45C957316BC}" sibTransId="{491826DD-BAB2-4875-B8BC-574A9BAFE055}"/>
    <dgm:cxn modelId="{F1833087-8CD6-4DE5-B53B-FD1DC8B335FA}" srcId="{87648949-FA6C-4753-9C92-25390ADB6426}" destId="{230026C2-D3F7-4DAD-9453-FDCE9E3A2D0C}" srcOrd="6" destOrd="0" parTransId="{A74CAA06-0999-4BC2-BEDC-F8A301B98797}" sibTransId="{C3CF24F8-0F2C-4514-9FE1-D7AA7C83BDEF}"/>
    <dgm:cxn modelId="{DE0C9189-8AB4-43D3-AE11-E8889D37788B}" type="presOf" srcId="{ACEFE8B8-2EA7-49A4-8848-4AAF21124349}" destId="{FD64E34F-4761-49F1-8733-3CA227280746}" srcOrd="0" destOrd="0" presId="urn:microsoft.com/office/officeart/2005/8/layout/bProcess3"/>
    <dgm:cxn modelId="{1641388B-532B-4EAC-A127-69924B0562DE}" type="presOf" srcId="{7AE64BC6-B6DA-4A3C-A85E-AB36FB7CCBFD}" destId="{B29397EB-30AD-4BDE-B4A6-C14497CBE307}" srcOrd="0" destOrd="0" presId="urn:microsoft.com/office/officeart/2005/8/layout/bProcess3"/>
    <dgm:cxn modelId="{AA56D88C-947E-44D5-B811-0B4519B2BCE6}" type="presOf" srcId="{87648949-FA6C-4753-9C92-25390ADB6426}" destId="{30A840D7-987D-40E5-9E1A-20662DFDE7D3}" srcOrd="0" destOrd="0" presId="urn:microsoft.com/office/officeart/2005/8/layout/bProcess3"/>
    <dgm:cxn modelId="{2AE23A8F-1D22-401E-BC36-1556A706DEAE}" type="presOf" srcId="{5A1CDC32-19A3-4A77-8286-9E4ABA86CA7B}" destId="{E4F7A67C-EF0B-4291-A436-93DE33C9DE09}" srcOrd="1" destOrd="0" presId="urn:microsoft.com/office/officeart/2005/8/layout/bProcess3"/>
    <dgm:cxn modelId="{114B6C93-6BAB-4E43-BE53-1D5D1890AF67}" srcId="{87648949-FA6C-4753-9C92-25390ADB6426}" destId="{93B01113-8E8F-428C-8334-BFFD63F0A085}" srcOrd="5" destOrd="0" parTransId="{077E62E6-C671-4249-8107-AFD5CC7C1784}" sibTransId="{ACEFE8B8-2EA7-49A4-8848-4AAF21124349}"/>
    <dgm:cxn modelId="{01FFAE94-CEAC-4555-8998-DEE4691DF1F5}" type="presOf" srcId="{EA3946B1-EBB7-4EB0-AED9-FE4998A430DD}" destId="{56F79873-BD41-46C3-A62C-F0E0FF284D7F}" srcOrd="0" destOrd="0" presId="urn:microsoft.com/office/officeart/2005/8/layout/bProcess3"/>
    <dgm:cxn modelId="{E3CF00A0-E303-4825-B4D0-3F997E30B25B}" srcId="{87648949-FA6C-4753-9C92-25390ADB6426}" destId="{C4C4332F-1DD1-4C4A-A924-CAA1C9972EB9}" srcOrd="10" destOrd="0" parTransId="{A616CEFC-AD46-4175-823A-1A2EF500008C}" sibTransId="{B9E3692A-1F7A-4A80-8698-BABBFFB79304}"/>
    <dgm:cxn modelId="{C853AAA2-F2CE-4624-8C3B-DE6E82A81D55}" srcId="{87648949-FA6C-4753-9C92-25390ADB6426}" destId="{E1017CD9-A342-4249-8BC8-9ECFDC2CE377}" srcOrd="7" destOrd="0" parTransId="{A73FF040-2DF1-4682-AA39-2D6DB385C58C}" sibTransId="{5A1CDC32-19A3-4A77-8286-9E4ABA86CA7B}"/>
    <dgm:cxn modelId="{2C811BB1-8410-4947-818C-848438DCF16D}" srcId="{87648949-FA6C-4753-9C92-25390ADB6426}" destId="{94C760FA-E388-428B-B4CB-80B7251251CA}" srcOrd="1" destOrd="0" parTransId="{89F69FB8-B5CE-464C-B52F-0084F244B8A1}" sibTransId="{661DECCC-8CDF-47F3-B011-16D0F553B7CD}"/>
    <dgm:cxn modelId="{230275BC-890D-4920-AD35-12230DCDEB77}" type="presOf" srcId="{7AE64BC6-B6DA-4A3C-A85E-AB36FB7CCBFD}" destId="{87ECF9D3-C80F-4401-9AB8-310B193D2F42}" srcOrd="1" destOrd="0" presId="urn:microsoft.com/office/officeart/2005/8/layout/bProcess3"/>
    <dgm:cxn modelId="{021BB3BC-3A18-4D3D-868D-41041FB34C48}" type="presOf" srcId="{661DECCC-8CDF-47F3-B011-16D0F553B7CD}" destId="{8AD45A9E-8A08-40F1-A2AE-BCFE37822458}" srcOrd="1" destOrd="0" presId="urn:microsoft.com/office/officeart/2005/8/layout/bProcess3"/>
    <dgm:cxn modelId="{75C429BF-D926-4014-BE04-ACDB2745B7F8}" srcId="{87648949-FA6C-4753-9C92-25390ADB6426}" destId="{AC50B201-E474-4327-BB7F-75849BDB90FA}" srcOrd="4" destOrd="0" parTransId="{F986C3EB-B575-44B1-967C-3F743EE008C9}" sibTransId="{EA3946B1-EBB7-4EB0-AED9-FE4998A430DD}"/>
    <dgm:cxn modelId="{521CDBC8-1360-441A-9EA9-EEE8E25C7139}" type="presOf" srcId="{9EBBDEF2-F890-4EA6-A47C-0E2B0EC0F611}" destId="{FD0BA8B6-7A1D-43C7-951C-4C58584F43C9}" srcOrd="1" destOrd="0" presId="urn:microsoft.com/office/officeart/2005/8/layout/bProcess3"/>
    <dgm:cxn modelId="{7103F2CD-031A-4EC4-9300-180DB1985652}" type="presOf" srcId="{5A1CDC32-19A3-4A77-8286-9E4ABA86CA7B}" destId="{F84A3DB0-CFF3-4A42-B2AF-5C4182E53B49}" srcOrd="0" destOrd="0" presId="urn:microsoft.com/office/officeart/2005/8/layout/bProcess3"/>
    <dgm:cxn modelId="{FC54CED2-8746-4A04-9CB5-4B27F4CAE2B0}" type="presOf" srcId="{491826DD-BAB2-4875-B8BC-574A9BAFE055}" destId="{2B1BC61C-057E-4920-BD6C-440AD3ABA159}" srcOrd="1" destOrd="0" presId="urn:microsoft.com/office/officeart/2005/8/layout/bProcess3"/>
    <dgm:cxn modelId="{272D93D8-8986-455E-84F5-BF786EC1BCDD}" type="presOf" srcId="{14DC0C4E-5ABE-4456-8ADF-7FA318CFC63F}" destId="{33D9FCA6-60FD-406D-9AF4-0997C85D0E70}" srcOrd="0" destOrd="0" presId="urn:microsoft.com/office/officeart/2005/8/layout/bProcess3"/>
    <dgm:cxn modelId="{C5E0CEDD-6111-4C20-98A0-588F3CD08200}" type="presOf" srcId="{EA3946B1-EBB7-4EB0-AED9-FE4998A430DD}" destId="{432D95C2-59AB-47D9-A5F8-E609A4D68B0F}" srcOrd="1" destOrd="0" presId="urn:microsoft.com/office/officeart/2005/8/layout/bProcess3"/>
    <dgm:cxn modelId="{3B9876DE-521F-49C0-98C3-76E08C8A6E5D}" srcId="{87648949-FA6C-4753-9C92-25390ADB6426}" destId="{6EEC0BAA-EA99-4665-97B6-D1FEF1338283}" srcOrd="2" destOrd="0" parTransId="{A993D974-8D9B-4A39-8607-F2AB405DEFEA}" sibTransId="{7AE64BC6-B6DA-4A3C-A85E-AB36FB7CCBFD}"/>
    <dgm:cxn modelId="{894E17E0-2EA8-49F3-9860-AAAB31B0ED84}" type="presOf" srcId="{491826DD-BAB2-4875-B8BC-574A9BAFE055}" destId="{15280540-C1ED-42BE-81F8-43A4A043E995}" srcOrd="0" destOrd="0" presId="urn:microsoft.com/office/officeart/2005/8/layout/bProcess3"/>
    <dgm:cxn modelId="{AC750AEA-18F8-4F4F-ADAD-B62A7BEDBE92}" type="presOf" srcId="{A5DC3E5A-2F59-4521-806A-7E7D597A937B}" destId="{31519B84-12CA-47FD-AD4E-3CCF63C74AA6}" srcOrd="0" destOrd="0" presId="urn:microsoft.com/office/officeart/2005/8/layout/bProcess3"/>
    <dgm:cxn modelId="{06B3BAEF-6DF1-456E-A90E-37B223E873CD}" type="presOf" srcId="{C3CF24F8-0F2C-4514-9FE1-D7AA7C83BDEF}" destId="{A1DEF166-88DF-4458-83CE-EA6AFEC504C0}" srcOrd="0" destOrd="0" presId="urn:microsoft.com/office/officeart/2005/8/layout/bProcess3"/>
    <dgm:cxn modelId="{202671F4-4A39-4A9F-B2CC-3AE9DBD755C2}" type="presOf" srcId="{94C760FA-E388-428B-B4CB-80B7251251CA}" destId="{F265E74A-9A8A-4DB2-A180-8AB11802F840}" srcOrd="0" destOrd="0" presId="urn:microsoft.com/office/officeart/2005/8/layout/bProcess3"/>
    <dgm:cxn modelId="{D5A2C596-32E5-4B2E-AE66-AD17882D3F5A}" type="presParOf" srcId="{30A840D7-987D-40E5-9E1A-20662DFDE7D3}" destId="{68D80763-FD96-471B-BB1D-25039C046B75}" srcOrd="0" destOrd="0" presId="urn:microsoft.com/office/officeart/2005/8/layout/bProcess3"/>
    <dgm:cxn modelId="{15BDC784-F5FA-49D2-BFA0-46B40B06D3C1}" type="presParOf" srcId="{30A840D7-987D-40E5-9E1A-20662DFDE7D3}" destId="{33D9FCA6-60FD-406D-9AF4-0997C85D0E70}" srcOrd="1" destOrd="0" presId="urn:microsoft.com/office/officeart/2005/8/layout/bProcess3"/>
    <dgm:cxn modelId="{9626C68D-7E53-42EC-B8BA-11AF4B5D16E2}" type="presParOf" srcId="{33D9FCA6-60FD-406D-9AF4-0997C85D0E70}" destId="{5D9310D3-25A8-474D-ABCD-63F9A768A23E}" srcOrd="0" destOrd="0" presId="urn:microsoft.com/office/officeart/2005/8/layout/bProcess3"/>
    <dgm:cxn modelId="{98F4B6B7-009B-4A59-A60D-C363DAEF6C83}" type="presParOf" srcId="{30A840D7-987D-40E5-9E1A-20662DFDE7D3}" destId="{F265E74A-9A8A-4DB2-A180-8AB11802F840}" srcOrd="2" destOrd="0" presId="urn:microsoft.com/office/officeart/2005/8/layout/bProcess3"/>
    <dgm:cxn modelId="{0E985738-2420-402D-B026-6F2E88472319}" type="presParOf" srcId="{30A840D7-987D-40E5-9E1A-20662DFDE7D3}" destId="{8FADE7DF-7CA3-4739-B72A-48F026DE84ED}" srcOrd="3" destOrd="0" presId="urn:microsoft.com/office/officeart/2005/8/layout/bProcess3"/>
    <dgm:cxn modelId="{049A43C0-8DDD-4426-98C0-77960E250266}" type="presParOf" srcId="{8FADE7DF-7CA3-4739-B72A-48F026DE84ED}" destId="{8AD45A9E-8A08-40F1-A2AE-BCFE37822458}" srcOrd="0" destOrd="0" presId="urn:microsoft.com/office/officeart/2005/8/layout/bProcess3"/>
    <dgm:cxn modelId="{9A8ACAFC-A43D-4405-B805-EB5DE9324BFA}" type="presParOf" srcId="{30A840D7-987D-40E5-9E1A-20662DFDE7D3}" destId="{2D435FE4-B6C3-4C15-A320-E0329F070BD6}" srcOrd="4" destOrd="0" presId="urn:microsoft.com/office/officeart/2005/8/layout/bProcess3"/>
    <dgm:cxn modelId="{ED3B61B7-00F8-4812-88FA-59E24D95457C}" type="presParOf" srcId="{30A840D7-987D-40E5-9E1A-20662DFDE7D3}" destId="{B29397EB-30AD-4BDE-B4A6-C14497CBE307}" srcOrd="5" destOrd="0" presId="urn:microsoft.com/office/officeart/2005/8/layout/bProcess3"/>
    <dgm:cxn modelId="{AC37DE49-BD63-45AD-9F08-D3DB1E365E09}" type="presParOf" srcId="{B29397EB-30AD-4BDE-B4A6-C14497CBE307}" destId="{87ECF9D3-C80F-4401-9AB8-310B193D2F42}" srcOrd="0" destOrd="0" presId="urn:microsoft.com/office/officeart/2005/8/layout/bProcess3"/>
    <dgm:cxn modelId="{17AA7F1E-5F69-41B3-B05C-4C736C50370E}" type="presParOf" srcId="{30A840D7-987D-40E5-9E1A-20662DFDE7D3}" destId="{3068512B-61FF-4707-B0AF-0BC959384AB1}" srcOrd="6" destOrd="0" presId="urn:microsoft.com/office/officeart/2005/8/layout/bProcess3"/>
    <dgm:cxn modelId="{88060122-2F88-4D43-A285-ED6E63AE3EE1}" type="presParOf" srcId="{30A840D7-987D-40E5-9E1A-20662DFDE7D3}" destId="{82EDF827-35A0-4ADA-BCE4-F338C3DFD463}" srcOrd="7" destOrd="0" presId="urn:microsoft.com/office/officeart/2005/8/layout/bProcess3"/>
    <dgm:cxn modelId="{514C9383-9C5C-4DB2-A50C-3F55510C25FD}" type="presParOf" srcId="{82EDF827-35A0-4ADA-BCE4-F338C3DFD463}" destId="{EADDD188-B0C6-497F-BB39-E4442FE9FF61}" srcOrd="0" destOrd="0" presId="urn:microsoft.com/office/officeart/2005/8/layout/bProcess3"/>
    <dgm:cxn modelId="{42DBF436-696F-4F21-B1D5-DFA53BA73D08}" type="presParOf" srcId="{30A840D7-987D-40E5-9E1A-20662DFDE7D3}" destId="{15BD67FD-9E0A-4C0C-AFB1-34C953803656}" srcOrd="8" destOrd="0" presId="urn:microsoft.com/office/officeart/2005/8/layout/bProcess3"/>
    <dgm:cxn modelId="{70CB18F5-3553-421A-9DC2-9008B9035D7C}" type="presParOf" srcId="{30A840D7-987D-40E5-9E1A-20662DFDE7D3}" destId="{56F79873-BD41-46C3-A62C-F0E0FF284D7F}" srcOrd="9" destOrd="0" presId="urn:microsoft.com/office/officeart/2005/8/layout/bProcess3"/>
    <dgm:cxn modelId="{5A22BEBD-EBBF-46EE-9D64-A8021C78D9E4}" type="presParOf" srcId="{56F79873-BD41-46C3-A62C-F0E0FF284D7F}" destId="{432D95C2-59AB-47D9-A5F8-E609A4D68B0F}" srcOrd="0" destOrd="0" presId="urn:microsoft.com/office/officeart/2005/8/layout/bProcess3"/>
    <dgm:cxn modelId="{37C57BCE-CC3B-4128-9204-E0678FDE89CC}" type="presParOf" srcId="{30A840D7-987D-40E5-9E1A-20662DFDE7D3}" destId="{40EA151C-2B12-4E8F-8BC5-66D47031FECB}" srcOrd="10" destOrd="0" presId="urn:microsoft.com/office/officeart/2005/8/layout/bProcess3"/>
    <dgm:cxn modelId="{53667A27-0164-4D9C-9B18-538B087EA501}" type="presParOf" srcId="{30A840D7-987D-40E5-9E1A-20662DFDE7D3}" destId="{FD64E34F-4761-49F1-8733-3CA227280746}" srcOrd="11" destOrd="0" presId="urn:microsoft.com/office/officeart/2005/8/layout/bProcess3"/>
    <dgm:cxn modelId="{2F7F7D03-CCFA-48D2-B966-F6E69E748575}" type="presParOf" srcId="{FD64E34F-4761-49F1-8733-3CA227280746}" destId="{31A4C478-CEA7-4A05-A992-9C2F3D59CF99}" srcOrd="0" destOrd="0" presId="urn:microsoft.com/office/officeart/2005/8/layout/bProcess3"/>
    <dgm:cxn modelId="{930C5C00-DE2F-4919-B0DF-ACA45D18A07C}" type="presParOf" srcId="{30A840D7-987D-40E5-9E1A-20662DFDE7D3}" destId="{A05264B7-E8CC-425B-94FB-4E296F15F115}" srcOrd="12" destOrd="0" presId="urn:microsoft.com/office/officeart/2005/8/layout/bProcess3"/>
    <dgm:cxn modelId="{D2E2E05E-72D0-4059-A9BA-C7F4518FF564}" type="presParOf" srcId="{30A840D7-987D-40E5-9E1A-20662DFDE7D3}" destId="{A1DEF166-88DF-4458-83CE-EA6AFEC504C0}" srcOrd="13" destOrd="0" presId="urn:microsoft.com/office/officeart/2005/8/layout/bProcess3"/>
    <dgm:cxn modelId="{44D0E84D-ACB6-4636-809F-A9CC8ECD73BF}" type="presParOf" srcId="{A1DEF166-88DF-4458-83CE-EA6AFEC504C0}" destId="{0ECA80D3-DF28-41FB-B41E-4BD0805143AD}" srcOrd="0" destOrd="0" presId="urn:microsoft.com/office/officeart/2005/8/layout/bProcess3"/>
    <dgm:cxn modelId="{EFCA9D86-93DA-4E40-AE0C-FE7F38271506}" type="presParOf" srcId="{30A840D7-987D-40E5-9E1A-20662DFDE7D3}" destId="{E3472F28-17DA-4675-9225-060404EABA9D}" srcOrd="14" destOrd="0" presId="urn:microsoft.com/office/officeart/2005/8/layout/bProcess3"/>
    <dgm:cxn modelId="{3EC3DBB0-1038-4713-AEF2-0BEF1152F385}" type="presParOf" srcId="{30A840D7-987D-40E5-9E1A-20662DFDE7D3}" destId="{F84A3DB0-CFF3-4A42-B2AF-5C4182E53B49}" srcOrd="15" destOrd="0" presId="urn:microsoft.com/office/officeart/2005/8/layout/bProcess3"/>
    <dgm:cxn modelId="{771F510C-EC61-4F65-8DEA-C809DBFA4F20}" type="presParOf" srcId="{F84A3DB0-CFF3-4A42-B2AF-5C4182E53B49}" destId="{E4F7A67C-EF0B-4291-A436-93DE33C9DE09}" srcOrd="0" destOrd="0" presId="urn:microsoft.com/office/officeart/2005/8/layout/bProcess3"/>
    <dgm:cxn modelId="{F7D0B49E-934E-4453-82E7-E97267842D59}" type="presParOf" srcId="{30A840D7-987D-40E5-9E1A-20662DFDE7D3}" destId="{31519B84-12CA-47FD-AD4E-3CCF63C74AA6}" srcOrd="16" destOrd="0" presId="urn:microsoft.com/office/officeart/2005/8/layout/bProcess3"/>
    <dgm:cxn modelId="{36A41F4F-B712-4F6D-86A5-7EE6753FBB52}" type="presParOf" srcId="{30A840D7-987D-40E5-9E1A-20662DFDE7D3}" destId="{51C34AF4-2E37-40CB-A2B9-6697D39496B1}" srcOrd="17" destOrd="0" presId="urn:microsoft.com/office/officeart/2005/8/layout/bProcess3"/>
    <dgm:cxn modelId="{1E7B4A8C-6917-4926-AB4D-5C1D4B33806D}" type="presParOf" srcId="{51C34AF4-2E37-40CB-A2B9-6697D39496B1}" destId="{FD0BA8B6-7A1D-43C7-951C-4C58584F43C9}" srcOrd="0" destOrd="0" presId="urn:microsoft.com/office/officeart/2005/8/layout/bProcess3"/>
    <dgm:cxn modelId="{7B17E601-D695-4564-9B17-ECF1BB6596A6}" type="presParOf" srcId="{30A840D7-987D-40E5-9E1A-20662DFDE7D3}" destId="{22DA27F8-C517-4BE3-B78E-751CF96FC40C}" srcOrd="18" destOrd="0" presId="urn:microsoft.com/office/officeart/2005/8/layout/bProcess3"/>
    <dgm:cxn modelId="{64336A17-8342-4670-A8D2-EB170CECCF91}" type="presParOf" srcId="{30A840D7-987D-40E5-9E1A-20662DFDE7D3}" destId="{15280540-C1ED-42BE-81F8-43A4A043E995}" srcOrd="19" destOrd="0" presId="urn:microsoft.com/office/officeart/2005/8/layout/bProcess3"/>
    <dgm:cxn modelId="{EA53A080-688A-454D-A0EA-CE2CC8C2B894}" type="presParOf" srcId="{15280540-C1ED-42BE-81F8-43A4A043E995}" destId="{2B1BC61C-057E-4920-BD6C-440AD3ABA159}" srcOrd="0" destOrd="0" presId="urn:microsoft.com/office/officeart/2005/8/layout/bProcess3"/>
    <dgm:cxn modelId="{EAD245A4-F24F-4164-8803-1297F53E7FEB}" type="presParOf" srcId="{30A840D7-987D-40E5-9E1A-20662DFDE7D3}" destId="{265377B5-4A1E-419F-A432-1949CDEC3C74}" srcOrd="20" destOrd="0" presId="urn:microsoft.com/office/officeart/2005/8/layout/bProcess3"/>
  </dgm:cxnLst>
  <dgm:bg>
    <a:noFill/>
  </dgm:bg>
  <dgm:whole>
    <a:effectLst/>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5B5AD21A-5555-43B0-9594-39C7D00CD26E}" type="doc">
      <dgm:prSet loTypeId="urn:microsoft.com/office/officeart/2005/8/layout/bProcess3" loCatId="process" qsTypeId="urn:microsoft.com/office/officeart/2005/8/quickstyle/3d2" qsCatId="3D" csTypeId="urn:microsoft.com/office/officeart/2005/8/colors/accent1_2" csCatId="accent1" phldr="1"/>
      <dgm:spPr/>
      <dgm:t>
        <a:bodyPr/>
        <a:lstStyle/>
        <a:p>
          <a:endParaRPr lang="es-MX"/>
        </a:p>
      </dgm:t>
    </dgm:pt>
    <dgm:pt modelId="{9E8F3D3D-6C43-43BA-BA87-19AF7CE26969}">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Designarán a la persona servidora pública que será su enlace en la CS.</a:t>
          </a:r>
        </a:p>
      </dgm:t>
    </dgm:pt>
    <dgm:pt modelId="{630BA289-62DC-4F02-AFDC-C3C602485447}" type="parTrans" cxnId="{F4E115B8-E184-4688-8DAD-58828137E936}">
      <dgm:prSet/>
      <dgm:spPr/>
      <dgm:t>
        <a:bodyPr/>
        <a:lstStyle/>
        <a:p>
          <a:endParaRPr lang="es-MX" sz="14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BC4E53A2-6AD0-4602-983B-44A7CBDF5817}" type="sibTrans" cxnId="{F4E115B8-E184-4688-8DAD-58828137E936}">
      <dgm:prSet custT="1"/>
      <dgm:spPr>
        <a:solidFill>
          <a:srgbClr val="621333">
            <a:alpha val="90000"/>
          </a:srgbClr>
        </a:solidFill>
        <a:ln>
          <a:solidFill>
            <a:srgbClr val="621333">
              <a:alpha val="90000"/>
            </a:srgbClr>
          </a:solidFill>
        </a:ln>
      </dgm:spPr>
      <dgm:t>
        <a:bodyPr/>
        <a:lstStyle/>
        <a:p>
          <a:endPar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FBCD421A-0653-447B-9F03-51CA2A9FAB46}">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Elaborarán y registrará su programa de trabajo.</a:t>
          </a:r>
        </a:p>
      </dgm:t>
    </dgm:pt>
    <dgm:pt modelId="{497EB7B1-DDC3-4332-8357-8F7107961D68}" type="parTrans" cxnId="{C81E0D15-C22C-4D5E-B489-BAE7A73D4886}">
      <dgm:prSet/>
      <dgm:spPr/>
      <dgm:t>
        <a:bodyPr/>
        <a:lstStyle/>
        <a:p>
          <a:endParaRPr lang="es-MX" sz="14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7C75F985-E597-409C-8435-E88FBD45A7AC}" type="sibTrans" cxnId="{C81E0D15-C22C-4D5E-B489-BAE7A73D4886}">
      <dgm:prSet custT="1"/>
      <dgm:spPr>
        <a:solidFill>
          <a:srgbClr val="621333">
            <a:alpha val="90000"/>
          </a:srgbClr>
        </a:solidFill>
        <a:ln>
          <a:solidFill>
            <a:srgbClr val="621333">
              <a:alpha val="90000"/>
            </a:srgbClr>
          </a:solidFill>
        </a:ln>
      </dgm:spPr>
      <dgm:t>
        <a:bodyPr/>
        <a:lstStyle/>
        <a:p>
          <a:endPar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7EF006B5-27EE-4D52-B950-10519C8C1374}">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Promoverán la constitución de los comités de CS.</a:t>
          </a:r>
        </a:p>
      </dgm:t>
    </dgm:pt>
    <dgm:pt modelId="{C7F737B0-5301-45B2-8B8B-B01ADAEE30F6}" type="parTrans" cxnId="{4F7EB50B-3DC0-4AE0-A938-991E0C9EE711}">
      <dgm:prSet/>
      <dgm:spPr/>
      <dgm:t>
        <a:bodyPr/>
        <a:lstStyle/>
        <a:p>
          <a:endParaRPr lang="es-MX" sz="14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AAF9ED47-324F-4E3B-8628-FC2F4147B28A}" type="sibTrans" cxnId="{4F7EB50B-3DC0-4AE0-A938-991E0C9EE711}">
      <dgm:prSet custT="1"/>
      <dgm:spPr>
        <a:solidFill>
          <a:srgbClr val="621333">
            <a:alpha val="90000"/>
          </a:srgbClr>
        </a:solidFill>
        <a:ln>
          <a:solidFill>
            <a:srgbClr val="621333">
              <a:alpha val="90000"/>
            </a:srgbClr>
          </a:solidFill>
        </a:ln>
      </dgm:spPr>
      <dgm:t>
        <a:bodyPr/>
        <a:lstStyle/>
        <a:p>
          <a:endPar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23ACC213-D87D-45E0-9153-9ACDF8F21338}">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Capacitarán y asesorarán a quienes integren los comités de CS.</a:t>
          </a:r>
        </a:p>
      </dgm:t>
    </dgm:pt>
    <dgm:pt modelId="{4355E764-AEFE-453E-A535-EA347348EBAD}" type="parTrans" cxnId="{0694CD58-7FA0-4C77-A758-917BCA7C922A}">
      <dgm:prSet/>
      <dgm:spPr/>
      <dgm:t>
        <a:bodyPr/>
        <a:lstStyle/>
        <a:p>
          <a:endParaRPr lang="es-MX" sz="14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E02EA096-F869-4249-88D3-CFC5347BF978}" type="sibTrans" cxnId="{0694CD58-7FA0-4C77-A758-917BCA7C922A}">
      <dgm:prSet custT="1"/>
      <dgm:spPr>
        <a:solidFill>
          <a:srgbClr val="621333">
            <a:alpha val="90000"/>
          </a:srgbClr>
        </a:solidFill>
        <a:ln>
          <a:solidFill>
            <a:srgbClr val="621333">
              <a:alpha val="90000"/>
            </a:srgbClr>
          </a:solidFill>
        </a:ln>
      </dgm:spPr>
      <dgm:t>
        <a:bodyPr/>
        <a:lstStyle/>
        <a:p>
          <a:endPar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3FECB43C-BAF9-4C17-9809-5F6C3F5D14CB}">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Elaborarán y entregarán material de capacitación y difusión a los comités de CS.</a:t>
          </a:r>
        </a:p>
      </dgm:t>
    </dgm:pt>
    <dgm:pt modelId="{C92F0CC9-36E8-44E3-97E7-202BBA6076BD}" type="parTrans" cxnId="{877E2DD4-C8E8-42FC-8B82-99998738D5BA}">
      <dgm:prSet/>
      <dgm:spPr/>
      <dgm:t>
        <a:bodyPr/>
        <a:lstStyle/>
        <a:p>
          <a:endParaRPr lang="es-MX" sz="140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D816A4DF-6FE6-4E73-AFCF-665F489EB759}" type="sibTrans" cxnId="{877E2DD4-C8E8-42FC-8B82-99998738D5BA}">
      <dgm:prSet custT="1"/>
      <dgm:spPr>
        <a:ln>
          <a:solidFill>
            <a:srgbClr val="621333">
              <a:alpha val="90000"/>
            </a:srgbClr>
          </a:solidFill>
        </a:ln>
      </dgm:spPr>
      <dgm:t>
        <a:bodyPr/>
        <a:lstStyle/>
        <a:p>
          <a:endParaRPr lang="es-MX" sz="14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gm:t>
    </dgm:pt>
    <dgm:pt modelId="{F74783E8-19E1-4248-9964-741DFBE6E761}">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Realizarán reuniones con las personas beneficiarias e integrantes de los comités de CS.</a:t>
          </a:r>
        </a:p>
      </dgm:t>
    </dgm:pt>
    <dgm:pt modelId="{6EE34D82-F65A-45E5-BB9A-1C2168E96083}" type="parTrans" cxnId="{E9A815FF-C5FB-4BDD-84BC-F40905BBBF48}">
      <dgm:prSet/>
      <dgm:spPr/>
      <dgm:t>
        <a:bodyPr/>
        <a:lstStyle/>
        <a:p>
          <a:endParaRPr lang="es-MX" sz="1400">
            <a:latin typeface="Noto Sans" panose="020B0502040504020204" pitchFamily="34" charset="0"/>
            <a:ea typeface="Noto Sans" panose="020B0502040504020204" pitchFamily="34" charset="0"/>
            <a:cs typeface="Noto Sans" panose="020B0502040504020204" pitchFamily="34" charset="0"/>
          </a:endParaRPr>
        </a:p>
      </dgm:t>
    </dgm:pt>
    <dgm:pt modelId="{9C998033-8BF8-4BED-8E96-52419EC5A82A}" type="sibTrans" cxnId="{E9A815FF-C5FB-4BDD-84BC-F40905BBBF48}">
      <dgm:prSet custT="1"/>
      <dgm:spPr>
        <a:ln>
          <a:solidFill>
            <a:srgbClr val="621333">
              <a:alpha val="90000"/>
            </a:srgbClr>
          </a:solidFill>
        </a:ln>
      </dgm:spPr>
      <dgm:t>
        <a:bodyPr/>
        <a:lstStyle/>
        <a:p>
          <a:endParaRPr lang="es-MX" sz="1400" dirty="0">
            <a:latin typeface="Noto Sans" panose="020B0502040504020204" pitchFamily="34" charset="0"/>
            <a:ea typeface="Noto Sans" panose="020B0502040504020204" pitchFamily="34" charset="0"/>
            <a:cs typeface="Noto Sans" panose="020B0502040504020204" pitchFamily="34" charset="0"/>
          </a:endParaRPr>
        </a:p>
      </dgm:t>
    </dgm:pt>
    <dgm:pt modelId="{A0BEBAE6-719B-4BB0-9A86-7B9B834F600C}">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Compilarán los informes del comité de CS.</a:t>
          </a:r>
        </a:p>
      </dgm:t>
    </dgm:pt>
    <dgm:pt modelId="{90E69F4A-D77A-4370-B4B5-557D95C688F1}" type="parTrans" cxnId="{7C4064D2-2D66-4884-88C8-F7CBA0DE9D12}">
      <dgm:prSet/>
      <dgm:spPr/>
      <dgm:t>
        <a:bodyPr/>
        <a:lstStyle/>
        <a:p>
          <a:endParaRPr lang="es-MX" sz="1400">
            <a:latin typeface="Noto Sans" panose="020B0502040504020204" pitchFamily="34" charset="0"/>
            <a:ea typeface="Noto Sans" panose="020B0502040504020204" pitchFamily="34" charset="0"/>
            <a:cs typeface="Noto Sans" panose="020B0502040504020204" pitchFamily="34" charset="0"/>
          </a:endParaRPr>
        </a:p>
      </dgm:t>
    </dgm:pt>
    <dgm:pt modelId="{1E5C7652-F6EB-45A9-BB52-431D52CE712F}" type="sibTrans" cxnId="{7C4064D2-2D66-4884-88C8-F7CBA0DE9D12}">
      <dgm:prSet custT="1"/>
      <dgm:spPr>
        <a:ln>
          <a:solidFill>
            <a:srgbClr val="621333">
              <a:alpha val="90000"/>
            </a:srgbClr>
          </a:solidFill>
        </a:ln>
      </dgm:spPr>
      <dgm:t>
        <a:bodyPr/>
        <a:lstStyle/>
        <a:p>
          <a:endParaRPr lang="es-MX" sz="1400" dirty="0">
            <a:latin typeface="Noto Sans" panose="020B0502040504020204" pitchFamily="34" charset="0"/>
            <a:ea typeface="Noto Sans" panose="020B0502040504020204" pitchFamily="34" charset="0"/>
            <a:cs typeface="Noto Sans" panose="020B0502040504020204" pitchFamily="34" charset="0"/>
          </a:endParaRPr>
        </a:p>
      </dgm:t>
    </dgm:pt>
    <dgm:pt modelId="{417CEBF5-0646-4E0D-AD9C-8C8124F52406}">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Captarán y canalizarán las denuncias, quejas y sugerencias que presenten los comités o personas beneficiarias.</a:t>
          </a:r>
        </a:p>
      </dgm:t>
    </dgm:pt>
    <dgm:pt modelId="{ECB465ED-2223-4FEE-BB3C-7FD21CC808B1}" type="parTrans" cxnId="{CC30E973-2934-43E8-A3FF-42A2F75947D0}">
      <dgm:prSet/>
      <dgm:spPr/>
      <dgm:t>
        <a:bodyPr/>
        <a:lstStyle/>
        <a:p>
          <a:endParaRPr lang="es-MX" sz="1400">
            <a:latin typeface="Noto Sans" panose="020B0502040504020204" pitchFamily="34" charset="0"/>
            <a:ea typeface="Noto Sans" panose="020B0502040504020204" pitchFamily="34" charset="0"/>
            <a:cs typeface="Noto Sans" panose="020B0502040504020204" pitchFamily="34" charset="0"/>
          </a:endParaRPr>
        </a:p>
      </dgm:t>
    </dgm:pt>
    <dgm:pt modelId="{E6357E25-EBD4-4717-A893-C071B992676F}" type="sibTrans" cxnId="{CC30E973-2934-43E8-A3FF-42A2F75947D0}">
      <dgm:prSet custT="1"/>
      <dgm:spPr>
        <a:ln>
          <a:solidFill>
            <a:srgbClr val="621333">
              <a:alpha val="90000"/>
            </a:srgbClr>
          </a:solidFill>
        </a:ln>
      </dgm:spPr>
      <dgm:t>
        <a:bodyPr/>
        <a:lstStyle/>
        <a:p>
          <a:endParaRPr lang="es-MX" sz="1400" dirty="0">
            <a:latin typeface="Noto Sans" panose="020B0502040504020204" pitchFamily="34" charset="0"/>
            <a:ea typeface="Noto Sans" panose="020B0502040504020204" pitchFamily="34" charset="0"/>
            <a:cs typeface="Noto Sans" panose="020B0502040504020204" pitchFamily="34" charset="0"/>
          </a:endParaRPr>
        </a:p>
      </dgm:t>
    </dgm:pt>
    <dgm:pt modelId="{A7E86891-9578-4950-8A49-F7F95072B22C}">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Registrarán su información en el perfil de instancia ejecutora del SICS.</a:t>
          </a:r>
        </a:p>
      </dgm:t>
    </dgm:pt>
    <dgm:pt modelId="{6EDB8E0B-C300-4AE0-8885-7428B24D792A}" type="parTrans" cxnId="{20D81C81-DAC4-4A3F-85E0-FDEFEB180B41}">
      <dgm:prSet/>
      <dgm:spPr/>
      <dgm:t>
        <a:bodyPr/>
        <a:lstStyle/>
        <a:p>
          <a:endParaRPr lang="es-MX" sz="1400">
            <a:latin typeface="Noto Sans" panose="020B0502040504020204" pitchFamily="34" charset="0"/>
            <a:ea typeface="Noto Sans" panose="020B0502040504020204" pitchFamily="34" charset="0"/>
            <a:cs typeface="Noto Sans" panose="020B0502040504020204" pitchFamily="34" charset="0"/>
          </a:endParaRPr>
        </a:p>
      </dgm:t>
    </dgm:pt>
    <dgm:pt modelId="{6276A6C5-1DEC-466E-A27E-75DFB24CEFD8}" type="sibTrans" cxnId="{20D81C81-DAC4-4A3F-85E0-FDEFEB180B41}">
      <dgm:prSet custT="1"/>
      <dgm:spPr>
        <a:ln>
          <a:solidFill>
            <a:srgbClr val="621333">
              <a:alpha val="90000"/>
            </a:srgbClr>
          </a:solidFill>
        </a:ln>
      </dgm:spPr>
      <dgm:t>
        <a:bodyPr/>
        <a:lstStyle/>
        <a:p>
          <a:endParaRPr lang="es-MX" sz="1400" dirty="0">
            <a:latin typeface="Noto Sans" panose="020B0502040504020204" pitchFamily="34" charset="0"/>
            <a:ea typeface="Noto Sans" panose="020B0502040504020204" pitchFamily="34" charset="0"/>
            <a:cs typeface="Noto Sans" panose="020B0502040504020204" pitchFamily="34" charset="0"/>
          </a:endParaRPr>
        </a:p>
      </dgm:t>
    </dgm:pt>
    <dgm:pt modelId="{9844574E-B2C4-473A-8DC5-C2364E0A9208}">
      <dgm:prSet phldrT="[Texto]" custT="1"/>
      <dgm:spPr>
        <a:solidFill>
          <a:srgbClr val="E7D295"/>
        </a:solidFill>
      </dgm:spPr>
      <dgm:t>
        <a:bodyPr/>
        <a:lstStyle/>
        <a:p>
          <a:pPr algn="just"/>
          <a:r>
            <a:rPr lang="es-MX" sz="14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Darán seguimiento a las actividades de CS. </a:t>
          </a:r>
        </a:p>
      </dgm:t>
    </dgm:pt>
    <dgm:pt modelId="{E6ACC65A-509A-4010-9BEF-AC2B2834FB49}" type="parTrans" cxnId="{F7653ACC-CE44-4358-9A9C-3A68355AC425}">
      <dgm:prSet/>
      <dgm:spPr/>
      <dgm:t>
        <a:bodyPr/>
        <a:lstStyle/>
        <a:p>
          <a:endParaRPr lang="es-MX" sz="1400">
            <a:latin typeface="Noto Sans" panose="020B0502040504020204" pitchFamily="34" charset="0"/>
            <a:ea typeface="Noto Sans" panose="020B0502040504020204" pitchFamily="34" charset="0"/>
            <a:cs typeface="Noto Sans" panose="020B0502040504020204" pitchFamily="34" charset="0"/>
          </a:endParaRPr>
        </a:p>
      </dgm:t>
    </dgm:pt>
    <dgm:pt modelId="{52651E88-901B-426C-8883-BF19243700E1}" type="sibTrans" cxnId="{F7653ACC-CE44-4358-9A9C-3A68355AC425}">
      <dgm:prSet/>
      <dgm:spPr/>
      <dgm:t>
        <a:bodyPr/>
        <a:lstStyle/>
        <a:p>
          <a:endParaRPr lang="es-MX" sz="1400">
            <a:latin typeface="Noto Sans" panose="020B0502040504020204" pitchFamily="34" charset="0"/>
            <a:ea typeface="Noto Sans" panose="020B0502040504020204" pitchFamily="34" charset="0"/>
            <a:cs typeface="Noto Sans" panose="020B0502040504020204" pitchFamily="34" charset="0"/>
          </a:endParaRPr>
        </a:p>
      </dgm:t>
    </dgm:pt>
    <dgm:pt modelId="{35C01F8D-6417-4A06-B9CA-005C7CA52040}" type="pres">
      <dgm:prSet presAssocID="{5B5AD21A-5555-43B0-9594-39C7D00CD26E}" presName="Name0" presStyleCnt="0">
        <dgm:presLayoutVars>
          <dgm:dir/>
          <dgm:resizeHandles val="exact"/>
        </dgm:presLayoutVars>
      </dgm:prSet>
      <dgm:spPr/>
    </dgm:pt>
    <dgm:pt modelId="{64A733FC-663C-49B1-818E-1F46A3A93DEB}" type="pres">
      <dgm:prSet presAssocID="{9E8F3D3D-6C43-43BA-BA87-19AF7CE26969}" presName="node" presStyleLbl="node1" presStyleIdx="0" presStyleCnt="10">
        <dgm:presLayoutVars>
          <dgm:bulletEnabled val="1"/>
        </dgm:presLayoutVars>
      </dgm:prSet>
      <dgm:spPr/>
    </dgm:pt>
    <dgm:pt modelId="{BAD1184A-D441-4E22-9BA2-001A2E9D02A4}" type="pres">
      <dgm:prSet presAssocID="{BC4E53A2-6AD0-4602-983B-44A7CBDF5817}" presName="sibTrans" presStyleLbl="sibTrans1D1" presStyleIdx="0" presStyleCnt="9"/>
      <dgm:spPr/>
    </dgm:pt>
    <dgm:pt modelId="{776C1E89-992F-4F22-A951-146639A59CDB}" type="pres">
      <dgm:prSet presAssocID="{BC4E53A2-6AD0-4602-983B-44A7CBDF5817}" presName="connectorText" presStyleLbl="sibTrans1D1" presStyleIdx="0" presStyleCnt="9"/>
      <dgm:spPr/>
    </dgm:pt>
    <dgm:pt modelId="{88A5FE4E-678D-4B48-9E6C-6EA7F310BACD}" type="pres">
      <dgm:prSet presAssocID="{FBCD421A-0653-447B-9F03-51CA2A9FAB46}" presName="node" presStyleLbl="node1" presStyleIdx="1" presStyleCnt="10">
        <dgm:presLayoutVars>
          <dgm:bulletEnabled val="1"/>
        </dgm:presLayoutVars>
      </dgm:prSet>
      <dgm:spPr/>
    </dgm:pt>
    <dgm:pt modelId="{D5541D8C-6686-482F-824C-C99E46541421}" type="pres">
      <dgm:prSet presAssocID="{7C75F985-E597-409C-8435-E88FBD45A7AC}" presName="sibTrans" presStyleLbl="sibTrans1D1" presStyleIdx="1" presStyleCnt="9"/>
      <dgm:spPr/>
    </dgm:pt>
    <dgm:pt modelId="{2BBE0C9B-B774-46A3-BAA0-3C43C2B5CF82}" type="pres">
      <dgm:prSet presAssocID="{7C75F985-E597-409C-8435-E88FBD45A7AC}" presName="connectorText" presStyleLbl="sibTrans1D1" presStyleIdx="1" presStyleCnt="9"/>
      <dgm:spPr/>
    </dgm:pt>
    <dgm:pt modelId="{60BED180-D4FD-4255-8975-D322642A6F78}" type="pres">
      <dgm:prSet presAssocID="{7EF006B5-27EE-4D52-B950-10519C8C1374}" presName="node" presStyleLbl="node1" presStyleIdx="2" presStyleCnt="10">
        <dgm:presLayoutVars>
          <dgm:bulletEnabled val="1"/>
        </dgm:presLayoutVars>
      </dgm:prSet>
      <dgm:spPr/>
    </dgm:pt>
    <dgm:pt modelId="{524DA9D7-7AA4-4410-80E3-7429C3D06933}" type="pres">
      <dgm:prSet presAssocID="{AAF9ED47-324F-4E3B-8628-FC2F4147B28A}" presName="sibTrans" presStyleLbl="sibTrans1D1" presStyleIdx="2" presStyleCnt="9"/>
      <dgm:spPr/>
    </dgm:pt>
    <dgm:pt modelId="{79DC2D78-0FBF-4F8F-B554-EC98581169E3}" type="pres">
      <dgm:prSet presAssocID="{AAF9ED47-324F-4E3B-8628-FC2F4147B28A}" presName="connectorText" presStyleLbl="sibTrans1D1" presStyleIdx="2" presStyleCnt="9"/>
      <dgm:spPr/>
    </dgm:pt>
    <dgm:pt modelId="{E0E81A1E-F29B-49B7-B000-5C374282AA68}" type="pres">
      <dgm:prSet presAssocID="{23ACC213-D87D-45E0-9153-9ACDF8F21338}" presName="node" presStyleLbl="node1" presStyleIdx="3" presStyleCnt="10">
        <dgm:presLayoutVars>
          <dgm:bulletEnabled val="1"/>
        </dgm:presLayoutVars>
      </dgm:prSet>
      <dgm:spPr/>
    </dgm:pt>
    <dgm:pt modelId="{302B2A56-613A-4992-A5E2-CD681820B9DD}" type="pres">
      <dgm:prSet presAssocID="{E02EA096-F869-4249-88D3-CFC5347BF978}" presName="sibTrans" presStyleLbl="sibTrans1D1" presStyleIdx="3" presStyleCnt="9"/>
      <dgm:spPr/>
    </dgm:pt>
    <dgm:pt modelId="{B27335F1-D668-44A4-9F91-8A33CBDFAC46}" type="pres">
      <dgm:prSet presAssocID="{E02EA096-F869-4249-88D3-CFC5347BF978}" presName="connectorText" presStyleLbl="sibTrans1D1" presStyleIdx="3" presStyleCnt="9"/>
      <dgm:spPr/>
    </dgm:pt>
    <dgm:pt modelId="{2FDD6674-6D19-4D47-A527-207804C77299}" type="pres">
      <dgm:prSet presAssocID="{3FECB43C-BAF9-4C17-9809-5F6C3F5D14CB}" presName="node" presStyleLbl="node1" presStyleIdx="4" presStyleCnt="10">
        <dgm:presLayoutVars>
          <dgm:bulletEnabled val="1"/>
        </dgm:presLayoutVars>
      </dgm:prSet>
      <dgm:spPr/>
    </dgm:pt>
    <dgm:pt modelId="{BDE8EDAD-500B-40A3-B23E-B8E60B2BAA92}" type="pres">
      <dgm:prSet presAssocID="{D816A4DF-6FE6-4E73-AFCF-665F489EB759}" presName="sibTrans" presStyleLbl="sibTrans1D1" presStyleIdx="4" presStyleCnt="9"/>
      <dgm:spPr/>
    </dgm:pt>
    <dgm:pt modelId="{A677174F-6B67-42D4-8419-8D6D4C9C79A5}" type="pres">
      <dgm:prSet presAssocID="{D816A4DF-6FE6-4E73-AFCF-665F489EB759}" presName="connectorText" presStyleLbl="sibTrans1D1" presStyleIdx="4" presStyleCnt="9"/>
      <dgm:spPr/>
    </dgm:pt>
    <dgm:pt modelId="{F369CD50-B9F3-44DA-B404-4842E114618E}" type="pres">
      <dgm:prSet presAssocID="{F74783E8-19E1-4248-9964-741DFBE6E761}" presName="node" presStyleLbl="node1" presStyleIdx="5" presStyleCnt="10" custScaleY="109410">
        <dgm:presLayoutVars>
          <dgm:bulletEnabled val="1"/>
        </dgm:presLayoutVars>
      </dgm:prSet>
      <dgm:spPr/>
    </dgm:pt>
    <dgm:pt modelId="{6F2CD504-BA33-4A15-B1FC-85E274F10F1D}" type="pres">
      <dgm:prSet presAssocID="{9C998033-8BF8-4BED-8E96-52419EC5A82A}" presName="sibTrans" presStyleLbl="sibTrans1D1" presStyleIdx="5" presStyleCnt="9"/>
      <dgm:spPr/>
    </dgm:pt>
    <dgm:pt modelId="{42241CEA-D6D1-4CE8-A6F0-C31F57E8AC01}" type="pres">
      <dgm:prSet presAssocID="{9C998033-8BF8-4BED-8E96-52419EC5A82A}" presName="connectorText" presStyleLbl="sibTrans1D1" presStyleIdx="5" presStyleCnt="9"/>
      <dgm:spPr/>
    </dgm:pt>
    <dgm:pt modelId="{F9CE0E64-42B2-4354-897A-1C0D5884A054}" type="pres">
      <dgm:prSet presAssocID="{A0BEBAE6-719B-4BB0-9A86-7B9B834F600C}" presName="node" presStyleLbl="node1" presStyleIdx="6" presStyleCnt="10">
        <dgm:presLayoutVars>
          <dgm:bulletEnabled val="1"/>
        </dgm:presLayoutVars>
      </dgm:prSet>
      <dgm:spPr/>
    </dgm:pt>
    <dgm:pt modelId="{BFC97771-4637-4056-AFFE-B18629F7E762}" type="pres">
      <dgm:prSet presAssocID="{1E5C7652-F6EB-45A9-BB52-431D52CE712F}" presName="sibTrans" presStyleLbl="sibTrans1D1" presStyleIdx="6" presStyleCnt="9"/>
      <dgm:spPr/>
    </dgm:pt>
    <dgm:pt modelId="{CABE4B0F-7671-402F-8318-960FF053E5A3}" type="pres">
      <dgm:prSet presAssocID="{1E5C7652-F6EB-45A9-BB52-431D52CE712F}" presName="connectorText" presStyleLbl="sibTrans1D1" presStyleIdx="6" presStyleCnt="9"/>
      <dgm:spPr/>
    </dgm:pt>
    <dgm:pt modelId="{3D5F4593-606C-498E-B228-83E99A82B457}" type="pres">
      <dgm:prSet presAssocID="{417CEBF5-0646-4E0D-AD9C-8C8124F52406}" presName="node" presStyleLbl="node1" presStyleIdx="7" presStyleCnt="10" custScaleY="123931">
        <dgm:presLayoutVars>
          <dgm:bulletEnabled val="1"/>
        </dgm:presLayoutVars>
      </dgm:prSet>
      <dgm:spPr/>
    </dgm:pt>
    <dgm:pt modelId="{AB3210AB-D528-4249-82BE-082ECF3A7E21}" type="pres">
      <dgm:prSet presAssocID="{E6357E25-EBD4-4717-A893-C071B992676F}" presName="sibTrans" presStyleLbl="sibTrans1D1" presStyleIdx="7" presStyleCnt="9"/>
      <dgm:spPr/>
    </dgm:pt>
    <dgm:pt modelId="{219978B1-F4E1-420D-A425-E934CD5ABD7E}" type="pres">
      <dgm:prSet presAssocID="{E6357E25-EBD4-4717-A893-C071B992676F}" presName="connectorText" presStyleLbl="sibTrans1D1" presStyleIdx="7" presStyleCnt="9"/>
      <dgm:spPr/>
    </dgm:pt>
    <dgm:pt modelId="{61EC8EAC-9758-46E9-BCDE-A89DCC25D97C}" type="pres">
      <dgm:prSet presAssocID="{A7E86891-9578-4950-8A49-F7F95072B22C}" presName="node" presStyleLbl="node1" presStyleIdx="8" presStyleCnt="10">
        <dgm:presLayoutVars>
          <dgm:bulletEnabled val="1"/>
        </dgm:presLayoutVars>
      </dgm:prSet>
      <dgm:spPr/>
    </dgm:pt>
    <dgm:pt modelId="{7B17DF2B-1719-4CB2-9FCF-060A9F57CBCF}" type="pres">
      <dgm:prSet presAssocID="{6276A6C5-1DEC-466E-A27E-75DFB24CEFD8}" presName="sibTrans" presStyleLbl="sibTrans1D1" presStyleIdx="8" presStyleCnt="9"/>
      <dgm:spPr/>
    </dgm:pt>
    <dgm:pt modelId="{8E58984E-2D65-4941-A4F4-C5ACDA5976CB}" type="pres">
      <dgm:prSet presAssocID="{6276A6C5-1DEC-466E-A27E-75DFB24CEFD8}" presName="connectorText" presStyleLbl="sibTrans1D1" presStyleIdx="8" presStyleCnt="9"/>
      <dgm:spPr/>
    </dgm:pt>
    <dgm:pt modelId="{92127A12-2A22-4626-863A-C684AF33A2B1}" type="pres">
      <dgm:prSet presAssocID="{9844574E-B2C4-473A-8DC5-C2364E0A9208}" presName="node" presStyleLbl="node1" presStyleIdx="9" presStyleCnt="10">
        <dgm:presLayoutVars>
          <dgm:bulletEnabled val="1"/>
        </dgm:presLayoutVars>
      </dgm:prSet>
      <dgm:spPr/>
    </dgm:pt>
  </dgm:ptLst>
  <dgm:cxnLst>
    <dgm:cxn modelId="{9CEF4C0B-6E67-418C-9265-8B863873397C}" type="presOf" srcId="{23ACC213-D87D-45E0-9153-9ACDF8F21338}" destId="{E0E81A1E-F29B-49B7-B000-5C374282AA68}" srcOrd="0" destOrd="0" presId="urn:microsoft.com/office/officeart/2005/8/layout/bProcess3"/>
    <dgm:cxn modelId="{4F7EB50B-3DC0-4AE0-A938-991E0C9EE711}" srcId="{5B5AD21A-5555-43B0-9594-39C7D00CD26E}" destId="{7EF006B5-27EE-4D52-B950-10519C8C1374}" srcOrd="2" destOrd="0" parTransId="{C7F737B0-5301-45B2-8B8B-B01ADAEE30F6}" sibTransId="{AAF9ED47-324F-4E3B-8628-FC2F4147B28A}"/>
    <dgm:cxn modelId="{55DA120D-CB4C-4582-A9CD-8A06633A60F8}" type="presOf" srcId="{5B5AD21A-5555-43B0-9594-39C7D00CD26E}" destId="{35C01F8D-6417-4A06-B9CA-005C7CA52040}" srcOrd="0" destOrd="0" presId="urn:microsoft.com/office/officeart/2005/8/layout/bProcess3"/>
    <dgm:cxn modelId="{C81E0D15-C22C-4D5E-B489-BAE7A73D4886}" srcId="{5B5AD21A-5555-43B0-9594-39C7D00CD26E}" destId="{FBCD421A-0653-447B-9F03-51CA2A9FAB46}" srcOrd="1" destOrd="0" parTransId="{497EB7B1-DDC3-4332-8357-8F7107961D68}" sibTransId="{7C75F985-E597-409C-8435-E88FBD45A7AC}"/>
    <dgm:cxn modelId="{88E6081B-3D94-41DD-9B4E-096857514366}" type="presOf" srcId="{9844574E-B2C4-473A-8DC5-C2364E0A9208}" destId="{92127A12-2A22-4626-863A-C684AF33A2B1}" srcOrd="0" destOrd="0" presId="urn:microsoft.com/office/officeart/2005/8/layout/bProcess3"/>
    <dgm:cxn modelId="{4E7A271F-AA51-4891-87FD-09E0DC2E8BCE}" type="presOf" srcId="{D816A4DF-6FE6-4E73-AFCF-665F489EB759}" destId="{A677174F-6B67-42D4-8419-8D6D4C9C79A5}" srcOrd="1" destOrd="0" presId="urn:microsoft.com/office/officeart/2005/8/layout/bProcess3"/>
    <dgm:cxn modelId="{0B83B927-EADE-47F2-B8CA-CEE6BE323186}" type="presOf" srcId="{1E5C7652-F6EB-45A9-BB52-431D52CE712F}" destId="{CABE4B0F-7671-402F-8318-960FF053E5A3}" srcOrd="1" destOrd="0" presId="urn:microsoft.com/office/officeart/2005/8/layout/bProcess3"/>
    <dgm:cxn modelId="{08C26840-6C8E-4ED6-B842-1456FB387168}" type="presOf" srcId="{AAF9ED47-324F-4E3B-8628-FC2F4147B28A}" destId="{524DA9D7-7AA4-4410-80E3-7429C3D06933}" srcOrd="0" destOrd="0" presId="urn:microsoft.com/office/officeart/2005/8/layout/bProcess3"/>
    <dgm:cxn modelId="{0EA03E5B-1193-4D94-AB05-E567965041FF}" type="presOf" srcId="{9E8F3D3D-6C43-43BA-BA87-19AF7CE26969}" destId="{64A733FC-663C-49B1-818E-1F46A3A93DEB}" srcOrd="0" destOrd="0" presId="urn:microsoft.com/office/officeart/2005/8/layout/bProcess3"/>
    <dgm:cxn modelId="{D1E33463-0339-4E28-BC2A-D5FD7C6B2794}" type="presOf" srcId="{BC4E53A2-6AD0-4602-983B-44A7CBDF5817}" destId="{776C1E89-992F-4F22-A951-146639A59CDB}" srcOrd="1" destOrd="0" presId="urn:microsoft.com/office/officeart/2005/8/layout/bProcess3"/>
    <dgm:cxn modelId="{44A8204C-36F4-4EA2-9589-EEAB83F2902D}" type="presOf" srcId="{F74783E8-19E1-4248-9964-741DFBE6E761}" destId="{F369CD50-B9F3-44DA-B404-4842E114618E}" srcOrd="0" destOrd="0" presId="urn:microsoft.com/office/officeart/2005/8/layout/bProcess3"/>
    <dgm:cxn modelId="{CC30E973-2934-43E8-A3FF-42A2F75947D0}" srcId="{5B5AD21A-5555-43B0-9594-39C7D00CD26E}" destId="{417CEBF5-0646-4E0D-AD9C-8C8124F52406}" srcOrd="7" destOrd="0" parTransId="{ECB465ED-2223-4FEE-BB3C-7FD21CC808B1}" sibTransId="{E6357E25-EBD4-4717-A893-C071B992676F}"/>
    <dgm:cxn modelId="{F7D8C876-166B-4437-B688-241764CC2392}" type="presOf" srcId="{BC4E53A2-6AD0-4602-983B-44A7CBDF5817}" destId="{BAD1184A-D441-4E22-9BA2-001A2E9D02A4}" srcOrd="0" destOrd="0" presId="urn:microsoft.com/office/officeart/2005/8/layout/bProcess3"/>
    <dgm:cxn modelId="{CA980B77-2AB3-4521-8E4D-065EA08604A9}" type="presOf" srcId="{AAF9ED47-324F-4E3B-8628-FC2F4147B28A}" destId="{79DC2D78-0FBF-4F8F-B554-EC98581169E3}" srcOrd="1" destOrd="0" presId="urn:microsoft.com/office/officeart/2005/8/layout/bProcess3"/>
    <dgm:cxn modelId="{48CFC257-F231-4A93-9F3C-7F3240C05BA8}" type="presOf" srcId="{A0BEBAE6-719B-4BB0-9A86-7B9B834F600C}" destId="{F9CE0E64-42B2-4354-897A-1C0D5884A054}" srcOrd="0" destOrd="0" presId="urn:microsoft.com/office/officeart/2005/8/layout/bProcess3"/>
    <dgm:cxn modelId="{F88B0878-06F0-4B55-8A50-3501061B242D}" type="presOf" srcId="{7EF006B5-27EE-4D52-B950-10519C8C1374}" destId="{60BED180-D4FD-4255-8975-D322642A6F78}" srcOrd="0" destOrd="0" presId="urn:microsoft.com/office/officeart/2005/8/layout/bProcess3"/>
    <dgm:cxn modelId="{F9E25058-32A5-4035-A739-9FBBCF07E972}" type="presOf" srcId="{E02EA096-F869-4249-88D3-CFC5347BF978}" destId="{302B2A56-613A-4992-A5E2-CD681820B9DD}" srcOrd="0" destOrd="0" presId="urn:microsoft.com/office/officeart/2005/8/layout/bProcess3"/>
    <dgm:cxn modelId="{0694CD58-7FA0-4C77-A758-917BCA7C922A}" srcId="{5B5AD21A-5555-43B0-9594-39C7D00CD26E}" destId="{23ACC213-D87D-45E0-9153-9ACDF8F21338}" srcOrd="3" destOrd="0" parTransId="{4355E764-AEFE-453E-A535-EA347348EBAD}" sibTransId="{E02EA096-F869-4249-88D3-CFC5347BF978}"/>
    <dgm:cxn modelId="{A339E959-7064-4CB2-B5E4-8518C264D8A5}" type="presOf" srcId="{E02EA096-F869-4249-88D3-CFC5347BF978}" destId="{B27335F1-D668-44A4-9F91-8A33CBDFAC46}" srcOrd="1" destOrd="0" presId="urn:microsoft.com/office/officeart/2005/8/layout/bProcess3"/>
    <dgm:cxn modelId="{20D81C81-DAC4-4A3F-85E0-FDEFEB180B41}" srcId="{5B5AD21A-5555-43B0-9594-39C7D00CD26E}" destId="{A7E86891-9578-4950-8A49-F7F95072B22C}" srcOrd="8" destOrd="0" parTransId="{6EDB8E0B-C300-4AE0-8885-7428B24D792A}" sibTransId="{6276A6C5-1DEC-466E-A27E-75DFB24CEFD8}"/>
    <dgm:cxn modelId="{A2334884-53CE-4991-BA58-DC99ED0922DC}" type="presOf" srcId="{6276A6C5-1DEC-466E-A27E-75DFB24CEFD8}" destId="{7B17DF2B-1719-4CB2-9FCF-060A9F57CBCF}" srcOrd="0" destOrd="0" presId="urn:microsoft.com/office/officeart/2005/8/layout/bProcess3"/>
    <dgm:cxn modelId="{E4CCFC8C-33FA-43C0-BF60-B6DA3908CC50}" type="presOf" srcId="{E6357E25-EBD4-4717-A893-C071B992676F}" destId="{AB3210AB-D528-4249-82BE-082ECF3A7E21}" srcOrd="0" destOrd="0" presId="urn:microsoft.com/office/officeart/2005/8/layout/bProcess3"/>
    <dgm:cxn modelId="{6E158390-8854-438E-B707-BDBEDD1AB093}" type="presOf" srcId="{7C75F985-E597-409C-8435-E88FBD45A7AC}" destId="{D5541D8C-6686-482F-824C-C99E46541421}" srcOrd="0" destOrd="0" presId="urn:microsoft.com/office/officeart/2005/8/layout/bProcess3"/>
    <dgm:cxn modelId="{3FACEC94-0B7A-4C14-B24B-DE5C2EB649EC}" type="presOf" srcId="{1E5C7652-F6EB-45A9-BB52-431D52CE712F}" destId="{BFC97771-4637-4056-AFFE-B18629F7E762}" srcOrd="0" destOrd="0" presId="urn:microsoft.com/office/officeart/2005/8/layout/bProcess3"/>
    <dgm:cxn modelId="{43F0929F-9294-4F21-8058-67910D447153}" type="presOf" srcId="{7C75F985-E597-409C-8435-E88FBD45A7AC}" destId="{2BBE0C9B-B774-46A3-BAA0-3C43C2B5CF82}" srcOrd="1" destOrd="0" presId="urn:microsoft.com/office/officeart/2005/8/layout/bProcess3"/>
    <dgm:cxn modelId="{2F29A6A0-9E71-405D-9124-1CCE3A1CF353}" type="presOf" srcId="{9C998033-8BF8-4BED-8E96-52419EC5A82A}" destId="{6F2CD504-BA33-4A15-B1FC-85E274F10F1D}" srcOrd="0" destOrd="0" presId="urn:microsoft.com/office/officeart/2005/8/layout/bProcess3"/>
    <dgm:cxn modelId="{3E984EA8-8713-4EDB-B605-F64919EFC6C7}" type="presOf" srcId="{3FECB43C-BAF9-4C17-9809-5F6C3F5D14CB}" destId="{2FDD6674-6D19-4D47-A527-207804C77299}" srcOrd="0" destOrd="0" presId="urn:microsoft.com/office/officeart/2005/8/layout/bProcess3"/>
    <dgm:cxn modelId="{EE4BFCB7-DE46-496A-9C95-C3D95ACC9191}" type="presOf" srcId="{9C998033-8BF8-4BED-8E96-52419EC5A82A}" destId="{42241CEA-D6D1-4CE8-A6F0-C31F57E8AC01}" srcOrd="1" destOrd="0" presId="urn:microsoft.com/office/officeart/2005/8/layout/bProcess3"/>
    <dgm:cxn modelId="{F4E115B8-E184-4688-8DAD-58828137E936}" srcId="{5B5AD21A-5555-43B0-9594-39C7D00CD26E}" destId="{9E8F3D3D-6C43-43BA-BA87-19AF7CE26969}" srcOrd="0" destOrd="0" parTransId="{630BA289-62DC-4F02-AFDC-C3C602485447}" sibTransId="{BC4E53A2-6AD0-4602-983B-44A7CBDF5817}"/>
    <dgm:cxn modelId="{14E5E0BA-CAA3-4281-8481-72CCAFC0636A}" type="presOf" srcId="{E6357E25-EBD4-4717-A893-C071B992676F}" destId="{219978B1-F4E1-420D-A425-E934CD5ABD7E}" srcOrd="1" destOrd="0" presId="urn:microsoft.com/office/officeart/2005/8/layout/bProcess3"/>
    <dgm:cxn modelId="{22CD34BF-57B0-4272-8A43-94BF8912AD60}" type="presOf" srcId="{A7E86891-9578-4950-8A49-F7F95072B22C}" destId="{61EC8EAC-9758-46E9-BCDE-A89DCC25D97C}" srcOrd="0" destOrd="0" presId="urn:microsoft.com/office/officeart/2005/8/layout/bProcess3"/>
    <dgm:cxn modelId="{F7653ACC-CE44-4358-9A9C-3A68355AC425}" srcId="{5B5AD21A-5555-43B0-9594-39C7D00CD26E}" destId="{9844574E-B2C4-473A-8DC5-C2364E0A9208}" srcOrd="9" destOrd="0" parTransId="{E6ACC65A-509A-4010-9BEF-AC2B2834FB49}" sibTransId="{52651E88-901B-426C-8883-BF19243700E1}"/>
    <dgm:cxn modelId="{7C4064D2-2D66-4884-88C8-F7CBA0DE9D12}" srcId="{5B5AD21A-5555-43B0-9594-39C7D00CD26E}" destId="{A0BEBAE6-719B-4BB0-9A86-7B9B834F600C}" srcOrd="6" destOrd="0" parTransId="{90E69F4A-D77A-4370-B4B5-557D95C688F1}" sibTransId="{1E5C7652-F6EB-45A9-BB52-431D52CE712F}"/>
    <dgm:cxn modelId="{877E2DD4-C8E8-42FC-8B82-99998738D5BA}" srcId="{5B5AD21A-5555-43B0-9594-39C7D00CD26E}" destId="{3FECB43C-BAF9-4C17-9809-5F6C3F5D14CB}" srcOrd="4" destOrd="0" parTransId="{C92F0CC9-36E8-44E3-97E7-202BBA6076BD}" sibTransId="{D816A4DF-6FE6-4E73-AFCF-665F489EB759}"/>
    <dgm:cxn modelId="{6D248DD9-67D1-4D17-9E2D-BBC090A9B034}" type="presOf" srcId="{417CEBF5-0646-4E0D-AD9C-8C8124F52406}" destId="{3D5F4593-606C-498E-B228-83E99A82B457}" srcOrd="0" destOrd="0" presId="urn:microsoft.com/office/officeart/2005/8/layout/bProcess3"/>
    <dgm:cxn modelId="{22F0A6D9-3100-415F-BD96-41E00C7572AE}" type="presOf" srcId="{FBCD421A-0653-447B-9F03-51CA2A9FAB46}" destId="{88A5FE4E-678D-4B48-9E6C-6EA7F310BACD}" srcOrd="0" destOrd="0" presId="urn:microsoft.com/office/officeart/2005/8/layout/bProcess3"/>
    <dgm:cxn modelId="{7533BAE7-FE1A-4A18-88F2-8CEADF30B270}" type="presOf" srcId="{D816A4DF-6FE6-4E73-AFCF-665F489EB759}" destId="{BDE8EDAD-500B-40A3-B23E-B8E60B2BAA92}" srcOrd="0" destOrd="0" presId="urn:microsoft.com/office/officeart/2005/8/layout/bProcess3"/>
    <dgm:cxn modelId="{554BF6F4-7709-4258-BFB1-FC5F3D413C89}" type="presOf" srcId="{6276A6C5-1DEC-466E-A27E-75DFB24CEFD8}" destId="{8E58984E-2D65-4941-A4F4-C5ACDA5976CB}" srcOrd="1" destOrd="0" presId="urn:microsoft.com/office/officeart/2005/8/layout/bProcess3"/>
    <dgm:cxn modelId="{E9A815FF-C5FB-4BDD-84BC-F40905BBBF48}" srcId="{5B5AD21A-5555-43B0-9594-39C7D00CD26E}" destId="{F74783E8-19E1-4248-9964-741DFBE6E761}" srcOrd="5" destOrd="0" parTransId="{6EE34D82-F65A-45E5-BB9A-1C2168E96083}" sibTransId="{9C998033-8BF8-4BED-8E96-52419EC5A82A}"/>
    <dgm:cxn modelId="{DBAD62E9-5C1B-4788-9368-9958FFC241BE}" type="presParOf" srcId="{35C01F8D-6417-4A06-B9CA-005C7CA52040}" destId="{64A733FC-663C-49B1-818E-1F46A3A93DEB}" srcOrd="0" destOrd="0" presId="urn:microsoft.com/office/officeart/2005/8/layout/bProcess3"/>
    <dgm:cxn modelId="{F59EBF68-0570-4A14-AAA0-066D05BECC85}" type="presParOf" srcId="{35C01F8D-6417-4A06-B9CA-005C7CA52040}" destId="{BAD1184A-D441-4E22-9BA2-001A2E9D02A4}" srcOrd="1" destOrd="0" presId="urn:microsoft.com/office/officeart/2005/8/layout/bProcess3"/>
    <dgm:cxn modelId="{18BD2400-ED58-456D-8EEB-0A63C7DD9AB9}" type="presParOf" srcId="{BAD1184A-D441-4E22-9BA2-001A2E9D02A4}" destId="{776C1E89-992F-4F22-A951-146639A59CDB}" srcOrd="0" destOrd="0" presId="urn:microsoft.com/office/officeart/2005/8/layout/bProcess3"/>
    <dgm:cxn modelId="{4D16C43C-BC34-46E3-A18E-2BFF01B08721}" type="presParOf" srcId="{35C01F8D-6417-4A06-B9CA-005C7CA52040}" destId="{88A5FE4E-678D-4B48-9E6C-6EA7F310BACD}" srcOrd="2" destOrd="0" presId="urn:microsoft.com/office/officeart/2005/8/layout/bProcess3"/>
    <dgm:cxn modelId="{D5BC7597-4563-45CD-95A8-E6033A37AA24}" type="presParOf" srcId="{35C01F8D-6417-4A06-B9CA-005C7CA52040}" destId="{D5541D8C-6686-482F-824C-C99E46541421}" srcOrd="3" destOrd="0" presId="urn:microsoft.com/office/officeart/2005/8/layout/bProcess3"/>
    <dgm:cxn modelId="{AA6F8679-560B-4027-A79A-4517633DA136}" type="presParOf" srcId="{D5541D8C-6686-482F-824C-C99E46541421}" destId="{2BBE0C9B-B774-46A3-BAA0-3C43C2B5CF82}" srcOrd="0" destOrd="0" presId="urn:microsoft.com/office/officeart/2005/8/layout/bProcess3"/>
    <dgm:cxn modelId="{D358ADA6-04CF-43CF-9231-2C941ADD83EF}" type="presParOf" srcId="{35C01F8D-6417-4A06-B9CA-005C7CA52040}" destId="{60BED180-D4FD-4255-8975-D322642A6F78}" srcOrd="4" destOrd="0" presId="urn:microsoft.com/office/officeart/2005/8/layout/bProcess3"/>
    <dgm:cxn modelId="{1AE5BB21-305C-4816-88B3-B72DF8E81D1B}" type="presParOf" srcId="{35C01F8D-6417-4A06-B9CA-005C7CA52040}" destId="{524DA9D7-7AA4-4410-80E3-7429C3D06933}" srcOrd="5" destOrd="0" presId="urn:microsoft.com/office/officeart/2005/8/layout/bProcess3"/>
    <dgm:cxn modelId="{A3AED3D3-D611-41BE-8288-16D2D6D9F7C5}" type="presParOf" srcId="{524DA9D7-7AA4-4410-80E3-7429C3D06933}" destId="{79DC2D78-0FBF-4F8F-B554-EC98581169E3}" srcOrd="0" destOrd="0" presId="urn:microsoft.com/office/officeart/2005/8/layout/bProcess3"/>
    <dgm:cxn modelId="{7C3F0818-F22C-422B-92C4-CAB70ADCB848}" type="presParOf" srcId="{35C01F8D-6417-4A06-B9CA-005C7CA52040}" destId="{E0E81A1E-F29B-49B7-B000-5C374282AA68}" srcOrd="6" destOrd="0" presId="urn:microsoft.com/office/officeart/2005/8/layout/bProcess3"/>
    <dgm:cxn modelId="{78A0170D-92BE-46D4-A978-BD842AEEA7FD}" type="presParOf" srcId="{35C01F8D-6417-4A06-B9CA-005C7CA52040}" destId="{302B2A56-613A-4992-A5E2-CD681820B9DD}" srcOrd="7" destOrd="0" presId="urn:microsoft.com/office/officeart/2005/8/layout/bProcess3"/>
    <dgm:cxn modelId="{EB8CDB9E-C345-46DD-AC63-E2F542D57140}" type="presParOf" srcId="{302B2A56-613A-4992-A5E2-CD681820B9DD}" destId="{B27335F1-D668-44A4-9F91-8A33CBDFAC46}" srcOrd="0" destOrd="0" presId="urn:microsoft.com/office/officeart/2005/8/layout/bProcess3"/>
    <dgm:cxn modelId="{E6900A35-6DCA-4D2E-81D8-04E81CA678B5}" type="presParOf" srcId="{35C01F8D-6417-4A06-B9CA-005C7CA52040}" destId="{2FDD6674-6D19-4D47-A527-207804C77299}" srcOrd="8" destOrd="0" presId="urn:microsoft.com/office/officeart/2005/8/layout/bProcess3"/>
    <dgm:cxn modelId="{DE93D884-01C3-45BD-ADF9-9F031ED4565F}" type="presParOf" srcId="{35C01F8D-6417-4A06-B9CA-005C7CA52040}" destId="{BDE8EDAD-500B-40A3-B23E-B8E60B2BAA92}" srcOrd="9" destOrd="0" presId="urn:microsoft.com/office/officeart/2005/8/layout/bProcess3"/>
    <dgm:cxn modelId="{D386721F-EA99-42AF-8A6B-48CED54AED9D}" type="presParOf" srcId="{BDE8EDAD-500B-40A3-B23E-B8E60B2BAA92}" destId="{A677174F-6B67-42D4-8419-8D6D4C9C79A5}" srcOrd="0" destOrd="0" presId="urn:microsoft.com/office/officeart/2005/8/layout/bProcess3"/>
    <dgm:cxn modelId="{A394F8FC-F2AF-40C1-966E-8AD37139C8D3}" type="presParOf" srcId="{35C01F8D-6417-4A06-B9CA-005C7CA52040}" destId="{F369CD50-B9F3-44DA-B404-4842E114618E}" srcOrd="10" destOrd="0" presId="urn:microsoft.com/office/officeart/2005/8/layout/bProcess3"/>
    <dgm:cxn modelId="{B5B7C1CF-F581-4B39-9067-3CB3949D7B17}" type="presParOf" srcId="{35C01F8D-6417-4A06-B9CA-005C7CA52040}" destId="{6F2CD504-BA33-4A15-B1FC-85E274F10F1D}" srcOrd="11" destOrd="0" presId="urn:microsoft.com/office/officeart/2005/8/layout/bProcess3"/>
    <dgm:cxn modelId="{36B36339-D6C2-49D9-A115-1577400F99A5}" type="presParOf" srcId="{6F2CD504-BA33-4A15-B1FC-85E274F10F1D}" destId="{42241CEA-D6D1-4CE8-A6F0-C31F57E8AC01}" srcOrd="0" destOrd="0" presId="urn:microsoft.com/office/officeart/2005/8/layout/bProcess3"/>
    <dgm:cxn modelId="{E05596C1-165F-4996-9865-A8040272CB70}" type="presParOf" srcId="{35C01F8D-6417-4A06-B9CA-005C7CA52040}" destId="{F9CE0E64-42B2-4354-897A-1C0D5884A054}" srcOrd="12" destOrd="0" presId="urn:microsoft.com/office/officeart/2005/8/layout/bProcess3"/>
    <dgm:cxn modelId="{72F29A16-D0FA-4DA3-B03B-EDE5983D0E8A}" type="presParOf" srcId="{35C01F8D-6417-4A06-B9CA-005C7CA52040}" destId="{BFC97771-4637-4056-AFFE-B18629F7E762}" srcOrd="13" destOrd="0" presId="urn:microsoft.com/office/officeart/2005/8/layout/bProcess3"/>
    <dgm:cxn modelId="{C62EC076-81B4-4490-B0BC-FEFC6DA37422}" type="presParOf" srcId="{BFC97771-4637-4056-AFFE-B18629F7E762}" destId="{CABE4B0F-7671-402F-8318-960FF053E5A3}" srcOrd="0" destOrd="0" presId="urn:microsoft.com/office/officeart/2005/8/layout/bProcess3"/>
    <dgm:cxn modelId="{058E4E7F-C7F3-4AE0-B938-32567A75B686}" type="presParOf" srcId="{35C01F8D-6417-4A06-B9CA-005C7CA52040}" destId="{3D5F4593-606C-498E-B228-83E99A82B457}" srcOrd="14" destOrd="0" presId="urn:microsoft.com/office/officeart/2005/8/layout/bProcess3"/>
    <dgm:cxn modelId="{0472FC19-CAEF-4502-864A-6E6D0A89E6FE}" type="presParOf" srcId="{35C01F8D-6417-4A06-B9CA-005C7CA52040}" destId="{AB3210AB-D528-4249-82BE-082ECF3A7E21}" srcOrd="15" destOrd="0" presId="urn:microsoft.com/office/officeart/2005/8/layout/bProcess3"/>
    <dgm:cxn modelId="{7A52A1F6-1E79-4FD4-A514-AE44C5679CF3}" type="presParOf" srcId="{AB3210AB-D528-4249-82BE-082ECF3A7E21}" destId="{219978B1-F4E1-420D-A425-E934CD5ABD7E}" srcOrd="0" destOrd="0" presId="urn:microsoft.com/office/officeart/2005/8/layout/bProcess3"/>
    <dgm:cxn modelId="{CA1D6D98-271E-49E6-91CF-1FCFCC560FD2}" type="presParOf" srcId="{35C01F8D-6417-4A06-B9CA-005C7CA52040}" destId="{61EC8EAC-9758-46E9-BCDE-A89DCC25D97C}" srcOrd="16" destOrd="0" presId="urn:microsoft.com/office/officeart/2005/8/layout/bProcess3"/>
    <dgm:cxn modelId="{7C4A6DA4-284D-4048-BDE6-9A386014BBB3}" type="presParOf" srcId="{35C01F8D-6417-4A06-B9CA-005C7CA52040}" destId="{7B17DF2B-1719-4CB2-9FCF-060A9F57CBCF}" srcOrd="17" destOrd="0" presId="urn:microsoft.com/office/officeart/2005/8/layout/bProcess3"/>
    <dgm:cxn modelId="{B1CD566F-1A77-49D4-AB92-996EA910F32F}" type="presParOf" srcId="{7B17DF2B-1719-4CB2-9FCF-060A9F57CBCF}" destId="{8E58984E-2D65-4941-A4F4-C5ACDA5976CB}" srcOrd="0" destOrd="0" presId="urn:microsoft.com/office/officeart/2005/8/layout/bProcess3"/>
    <dgm:cxn modelId="{C96C7A20-AD2C-47B9-B35F-3648B59D78CE}" type="presParOf" srcId="{35C01F8D-6417-4A06-B9CA-005C7CA52040}" destId="{92127A12-2A22-4626-863A-C684AF33A2B1}" srcOrd="18" destOrd="0" presId="urn:microsoft.com/office/officeart/2005/8/layout/bProcess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71ECF98-5D77-44F3-B4BE-FD1AEF117014}" type="doc">
      <dgm:prSet loTypeId="urn:microsoft.com/office/officeart/2009/3/layout/DescendingProcess" loCatId="process" qsTypeId="urn:microsoft.com/office/officeart/2005/8/quickstyle/simple5" qsCatId="simple" csTypeId="urn:microsoft.com/office/officeart/2005/8/colors/accent1_2" csCatId="accent1" phldr="1"/>
      <dgm:spPr/>
      <dgm:t>
        <a:bodyPr/>
        <a:lstStyle/>
        <a:p>
          <a:endParaRPr lang="es-MX"/>
        </a:p>
      </dgm:t>
    </dgm:pt>
    <dgm:pt modelId="{593D6933-7D18-4FF6-9DBB-1437F24937B8}">
      <dgm:prSet phldrT="[Texto]" custT="1"/>
      <dgm:spPr/>
      <dgm:t>
        <a:bodyPr/>
        <a:lstStyle/>
        <a:p>
          <a:r>
            <a:rPr lang="es-MX" sz="1400" noProof="0" dirty="0">
              <a:latin typeface="Noto Sans" panose="020B0502040504020204" pitchFamily="34" charset="0"/>
              <a:ea typeface="Noto Sans" panose="020B0502040504020204" pitchFamily="34" charset="0"/>
              <a:cs typeface="Noto Sans" panose="020B0502040504020204" pitchFamily="34" charset="0"/>
            </a:rPr>
            <a:t>1. La DSPPyODES enviará una propuesta del Programa de Trabajo al correo electrónico </a:t>
          </a:r>
          <a:r>
            <a:rPr lang="es-MX" sz="1400" noProof="0" dirty="0">
              <a:latin typeface="Noto Sans" panose="020B0502040504020204" pitchFamily="34" charset="0"/>
              <a:ea typeface="Noto Sans" panose="020B0502040504020204" pitchFamily="34" charset="0"/>
              <a:cs typeface="Noto Sans" panose="020B0502040504020204" pitchFamily="34" charset="0"/>
              <a:hlinkClick xmlns:r="http://schemas.openxmlformats.org/officeDocument/2006/relationships" r:id="rId1"/>
            </a:rPr>
            <a:t>contraloriasocialu006@sems.gob.mx</a:t>
          </a:r>
          <a:r>
            <a:rPr lang="es-MX" sz="1400" noProof="0" dirty="0">
              <a:latin typeface="Noto Sans" panose="020B0502040504020204" pitchFamily="34" charset="0"/>
              <a:ea typeface="Noto Sans" panose="020B0502040504020204" pitchFamily="34" charset="0"/>
              <a:cs typeface="Noto Sans" panose="020B0502040504020204" pitchFamily="34" charset="0"/>
            </a:rPr>
            <a:t> </a:t>
          </a:r>
        </a:p>
      </dgm:t>
    </dgm:pt>
    <dgm:pt modelId="{85683D08-71D6-4E23-BCDD-340BAB8D7F9A}" type="parTrans" cxnId="{75F4978B-DFAB-49F5-8813-6D141F6DCB3F}">
      <dgm:prSet/>
      <dgm:spPr/>
      <dgm:t>
        <a:bodyPr/>
        <a:lstStyle/>
        <a:p>
          <a:endParaRPr lang="es-MX" sz="1200"/>
        </a:p>
      </dgm:t>
    </dgm:pt>
    <dgm:pt modelId="{1C3DA3AE-733E-4E01-A762-1ACA9229D60B}" type="sibTrans" cxnId="{75F4978B-DFAB-49F5-8813-6D141F6DCB3F}">
      <dgm:prSet/>
      <dgm:spPr/>
      <dgm:t>
        <a:bodyPr/>
        <a:lstStyle/>
        <a:p>
          <a:endParaRPr lang="es-MX" sz="1200"/>
        </a:p>
      </dgm:t>
    </dgm:pt>
    <dgm:pt modelId="{E795AB35-04A8-4E28-B61E-1F50AF45C9BF}">
      <dgm:prSet phldrT="[Texto]" custT="1"/>
      <dgm:spPr/>
      <dgm:t>
        <a:bodyPr/>
        <a:lstStyle/>
        <a:p>
          <a:pPr algn="just"/>
          <a:r>
            <a:rPr lang="es-MX" sz="1400" noProof="0" dirty="0">
              <a:latin typeface="Noto Sans" panose="020B0502040504020204" pitchFamily="34" charset="0"/>
              <a:ea typeface="Noto Sans" panose="020B0502040504020204" pitchFamily="34" charset="0"/>
              <a:cs typeface="Noto Sans" panose="020B0502040504020204" pitchFamily="34" charset="0"/>
            </a:rPr>
            <a:t>2. Aceptado o realizada alguna observación al programa, se informará en ambos casos por el mismo medio hasta el </a:t>
          </a:r>
          <a:r>
            <a:rPr lang="es-MX" sz="1400" b="1" u="none" noProof="0" dirty="0">
              <a:latin typeface="Noto Sans" panose="020B0502040504020204" pitchFamily="34" charset="0"/>
              <a:ea typeface="Noto Sans" panose="020B0502040504020204" pitchFamily="34" charset="0"/>
              <a:cs typeface="Noto Sans" panose="020B0502040504020204" pitchFamily="34" charset="0"/>
            </a:rPr>
            <a:t>27 de junio de 2025</a:t>
          </a:r>
          <a:r>
            <a:rPr lang="es-MX" sz="1400" noProof="0" dirty="0">
              <a:latin typeface="Noto Sans" panose="020B0502040504020204" pitchFamily="34" charset="0"/>
              <a:ea typeface="Noto Sans" panose="020B0502040504020204" pitchFamily="34" charset="0"/>
              <a:cs typeface="Noto Sans" panose="020B0502040504020204" pitchFamily="34" charset="0"/>
            </a:rPr>
            <a:t>.</a:t>
          </a:r>
          <a:endParaRPr lang="es-MX" sz="1400" u="sng" noProof="0" dirty="0">
            <a:latin typeface="Noto Sans" panose="020B0502040504020204" pitchFamily="34" charset="0"/>
            <a:ea typeface="Noto Sans" panose="020B0502040504020204" pitchFamily="34" charset="0"/>
            <a:cs typeface="Noto Sans" panose="020B0502040504020204" pitchFamily="34" charset="0"/>
          </a:endParaRPr>
        </a:p>
      </dgm:t>
    </dgm:pt>
    <dgm:pt modelId="{949D3BCD-C235-4666-8505-4380AD6FAFC2}" type="parTrans" cxnId="{F2FB5D7C-EB3A-47A3-A062-0C643C812188}">
      <dgm:prSet/>
      <dgm:spPr/>
      <dgm:t>
        <a:bodyPr/>
        <a:lstStyle/>
        <a:p>
          <a:endParaRPr lang="es-MX" sz="1200"/>
        </a:p>
      </dgm:t>
    </dgm:pt>
    <dgm:pt modelId="{6D82599B-2F35-4069-ADCC-93ADA0EEE294}" type="sibTrans" cxnId="{F2FB5D7C-EB3A-47A3-A062-0C643C812188}">
      <dgm:prSet/>
      <dgm:spPr>
        <a:solidFill>
          <a:srgbClr val="E7D295"/>
        </a:solidFill>
      </dgm:spPr>
      <dgm:t>
        <a:bodyPr/>
        <a:lstStyle/>
        <a:p>
          <a:endParaRPr lang="es-MX" sz="1200"/>
        </a:p>
      </dgm:t>
    </dgm:pt>
    <dgm:pt modelId="{59FE0DF2-834E-4417-9ECF-B7D3B2FC3DD7}">
      <dgm:prSet phldrT="[Texto]" custT="1"/>
      <dgm:spPr/>
      <dgm:t>
        <a:bodyPr/>
        <a:lstStyle/>
        <a:p>
          <a:pPr algn="just"/>
          <a:r>
            <a:rPr lang="es-MX" sz="1400" noProof="0" dirty="0">
              <a:latin typeface="Noto Sans" panose="020B0502040504020204" pitchFamily="34" charset="0"/>
              <a:ea typeface="Noto Sans" panose="020B0502040504020204" pitchFamily="34" charset="0"/>
              <a:cs typeface="Noto Sans" panose="020B0502040504020204" pitchFamily="34" charset="0"/>
            </a:rPr>
            <a:t>3. La DSPPyODES recibirá el programa, y de ser necesario realizará la revisión final y remitirá sus comentarios.</a:t>
          </a:r>
        </a:p>
      </dgm:t>
    </dgm:pt>
    <dgm:pt modelId="{B7714B9B-1625-4751-94D7-352C50C26664}" type="parTrans" cxnId="{8033DED9-55B7-4E7F-A19F-C53EB48B959F}">
      <dgm:prSet/>
      <dgm:spPr/>
      <dgm:t>
        <a:bodyPr/>
        <a:lstStyle/>
        <a:p>
          <a:endParaRPr lang="es-MX" sz="1200"/>
        </a:p>
      </dgm:t>
    </dgm:pt>
    <dgm:pt modelId="{39F420B1-4FBE-48B4-8538-6900412891A6}" type="sibTrans" cxnId="{8033DED9-55B7-4E7F-A19F-C53EB48B959F}">
      <dgm:prSet/>
      <dgm:spPr>
        <a:solidFill>
          <a:srgbClr val="E7D295"/>
        </a:solidFill>
      </dgm:spPr>
      <dgm:t>
        <a:bodyPr/>
        <a:lstStyle/>
        <a:p>
          <a:endParaRPr lang="es-MX" sz="1200"/>
        </a:p>
      </dgm:t>
    </dgm:pt>
    <dgm:pt modelId="{31AB9CFC-CF61-4406-B3DC-4FF06116037B}">
      <dgm:prSet phldrT="[Texto]" custT="1"/>
      <dgm:spPr/>
      <dgm:t>
        <a:bodyPr/>
        <a:lstStyle/>
        <a:p>
          <a:pPr algn="just"/>
          <a:r>
            <a:rPr lang="es-MX" sz="1400" noProof="0" dirty="0">
              <a:latin typeface="Noto Sans" panose="020B0502040504020204" pitchFamily="34" charset="0"/>
              <a:ea typeface="Noto Sans" panose="020B0502040504020204" pitchFamily="34" charset="0"/>
              <a:cs typeface="Noto Sans" panose="020B0502040504020204" pitchFamily="34" charset="0"/>
            </a:rPr>
            <a:t>5. El Sistema Informático de CS (SICS) notificará por medio de correo electrónico a los Enlaces Estatales la validación en definitiva del Programa de Trabajo de la Instancia Ejecutora.</a:t>
          </a:r>
        </a:p>
      </dgm:t>
    </dgm:pt>
    <dgm:pt modelId="{41278160-9871-4206-9F75-C7473184BE59}" type="parTrans" cxnId="{D028883F-0644-4167-B449-605E3A784BAE}">
      <dgm:prSet/>
      <dgm:spPr/>
      <dgm:t>
        <a:bodyPr/>
        <a:lstStyle/>
        <a:p>
          <a:endParaRPr lang="es-MX" sz="1200"/>
        </a:p>
      </dgm:t>
    </dgm:pt>
    <dgm:pt modelId="{A42A408F-77FA-4C7E-83FF-B09C001692D6}" type="sibTrans" cxnId="{D028883F-0644-4167-B449-605E3A784BAE}">
      <dgm:prSet/>
      <dgm:spPr>
        <a:solidFill>
          <a:srgbClr val="E7D295"/>
        </a:solidFill>
      </dgm:spPr>
      <dgm:t>
        <a:bodyPr/>
        <a:lstStyle/>
        <a:p>
          <a:endParaRPr lang="es-MX" sz="1200"/>
        </a:p>
      </dgm:t>
    </dgm:pt>
    <dgm:pt modelId="{49AC26D8-7B62-420C-AFD4-BEE9F8A31FFC}">
      <dgm:prSet phldrT="[Texto]" custT="1"/>
      <dgm:spPr/>
      <dgm:t>
        <a:bodyPr/>
        <a:lstStyle/>
        <a:p>
          <a:r>
            <a:rPr lang="es-MX" sz="1400" b="0" noProof="0" dirty="0">
              <a:solidFill>
                <a:srgbClr val="002060"/>
              </a:solidFill>
              <a:latin typeface="Noto Sans" panose="020B0502040504020204" pitchFamily="34" charset="0"/>
              <a:ea typeface="Noto Sans" panose="020B0502040504020204" pitchFamily="34" charset="0"/>
              <a:cs typeface="Noto Sans" panose="020B0502040504020204" pitchFamily="34" charset="0"/>
            </a:rPr>
            <a:t>Concluido el proceso se tendrá el </a:t>
          </a:r>
          <a:r>
            <a:rPr lang="es-MX" sz="1400"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PROGRAMA ESTATAL DE TRABAJO DE CONTRALORÍA SOCIAL</a:t>
          </a:r>
        </a:p>
        <a:p>
          <a:r>
            <a:rPr lang="es-MX" sz="1400"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(PETCS)</a:t>
          </a:r>
        </a:p>
      </dgm:t>
    </dgm:pt>
    <dgm:pt modelId="{7AA32D9C-944A-4E99-A1F3-B710619A0D02}" type="parTrans" cxnId="{A7938D38-1526-45B5-981F-E6DDB37AE27C}">
      <dgm:prSet/>
      <dgm:spPr/>
      <dgm:t>
        <a:bodyPr/>
        <a:lstStyle/>
        <a:p>
          <a:endParaRPr lang="es-MX" sz="1200"/>
        </a:p>
      </dgm:t>
    </dgm:pt>
    <dgm:pt modelId="{1991E8DA-FCFC-45AB-B18F-544496B6DB3E}" type="sibTrans" cxnId="{A7938D38-1526-45B5-981F-E6DDB37AE27C}">
      <dgm:prSet/>
      <dgm:spPr/>
      <dgm:t>
        <a:bodyPr/>
        <a:lstStyle/>
        <a:p>
          <a:endParaRPr lang="es-MX" sz="1200"/>
        </a:p>
      </dgm:t>
    </dgm:pt>
    <dgm:pt modelId="{A42A124C-8C81-4312-A7D8-63A398A9C3BF}">
      <dgm:prSet phldrT="[Texto]" custT="1"/>
      <dgm:spPr/>
      <dgm:t>
        <a:bodyPr/>
        <a:lstStyle/>
        <a:p>
          <a:pPr algn="ctr"/>
          <a:r>
            <a:rPr lang="es-MX" sz="1400" noProof="0" dirty="0">
              <a:latin typeface="Noto Sans" panose="020B0502040504020204" pitchFamily="34" charset="0"/>
              <a:ea typeface="Noto Sans" panose="020B0502040504020204" pitchFamily="34" charset="0"/>
              <a:cs typeface="Noto Sans" panose="020B0502040504020204" pitchFamily="34" charset="0"/>
            </a:rPr>
            <a:t>4. Los Enlaces Estatales atenderán las observaciones realizadas en un plazo no mayor a </a:t>
          </a:r>
          <a:r>
            <a:rPr lang="es-MX" sz="1400" b="1" u="none" noProof="0" dirty="0">
              <a:latin typeface="Noto Sans" panose="020B0502040504020204" pitchFamily="34" charset="0"/>
              <a:ea typeface="Noto Sans" panose="020B0502040504020204" pitchFamily="34" charset="0"/>
              <a:cs typeface="Noto Sans" panose="020B0502040504020204" pitchFamily="34" charset="0"/>
            </a:rPr>
            <a:t>tres días hábiles.</a:t>
          </a:r>
        </a:p>
      </dgm:t>
    </dgm:pt>
    <dgm:pt modelId="{C61B9BBB-1618-43B1-A98D-E00E642C90CB}" type="parTrans" cxnId="{2B6538B0-8511-474C-8BF1-28CED0ED6FCF}">
      <dgm:prSet/>
      <dgm:spPr/>
      <dgm:t>
        <a:bodyPr/>
        <a:lstStyle/>
        <a:p>
          <a:endParaRPr lang="es-MX" sz="1200"/>
        </a:p>
      </dgm:t>
    </dgm:pt>
    <dgm:pt modelId="{81DCA048-EED1-47D6-B072-6EE9B43EAF54}" type="sibTrans" cxnId="{2B6538B0-8511-474C-8BF1-28CED0ED6FCF}">
      <dgm:prSet/>
      <dgm:spPr>
        <a:solidFill>
          <a:srgbClr val="E7D295"/>
        </a:solidFill>
      </dgm:spPr>
      <dgm:t>
        <a:bodyPr/>
        <a:lstStyle/>
        <a:p>
          <a:endParaRPr lang="es-MX" sz="1200"/>
        </a:p>
      </dgm:t>
    </dgm:pt>
    <dgm:pt modelId="{07A1E85C-BA65-4F2D-BEB7-27636F0D7D73}" type="pres">
      <dgm:prSet presAssocID="{371ECF98-5D77-44F3-B4BE-FD1AEF117014}" presName="Name0" presStyleCnt="0">
        <dgm:presLayoutVars>
          <dgm:chMax val="7"/>
          <dgm:chPref val="5"/>
        </dgm:presLayoutVars>
      </dgm:prSet>
      <dgm:spPr/>
    </dgm:pt>
    <dgm:pt modelId="{1E76D90C-1CDF-4E27-A0B8-F922A5F178FD}" type="pres">
      <dgm:prSet presAssocID="{371ECF98-5D77-44F3-B4BE-FD1AEF117014}" presName="arrowNode" presStyleLbl="node1" presStyleIdx="0" presStyleCnt="1" custLinFactNeighborX="-930" custLinFactNeighborY="-256"/>
      <dgm:spPr>
        <a:solidFill>
          <a:srgbClr val="621333"/>
        </a:solidFill>
      </dgm:spPr>
    </dgm:pt>
    <dgm:pt modelId="{D16B0944-F8C9-4CE3-B9CF-7D46C9F5480A}" type="pres">
      <dgm:prSet presAssocID="{593D6933-7D18-4FF6-9DBB-1437F24937B8}" presName="txNode1" presStyleLbl="revTx" presStyleIdx="0" presStyleCnt="6" custScaleX="194523" custLinFactNeighborX="-23236">
        <dgm:presLayoutVars>
          <dgm:bulletEnabled val="1"/>
        </dgm:presLayoutVars>
      </dgm:prSet>
      <dgm:spPr/>
    </dgm:pt>
    <dgm:pt modelId="{27240CE8-7F75-4A0D-B16C-425F3149C0FD}" type="pres">
      <dgm:prSet presAssocID="{E795AB35-04A8-4E28-B61E-1F50AF45C9BF}" presName="txNode2" presStyleLbl="revTx" presStyleIdx="1" presStyleCnt="6" custScaleX="125344" custLinFactNeighborX="22139">
        <dgm:presLayoutVars>
          <dgm:bulletEnabled val="1"/>
        </dgm:presLayoutVars>
      </dgm:prSet>
      <dgm:spPr/>
    </dgm:pt>
    <dgm:pt modelId="{A7A54410-3522-4B55-9572-A2D4FBBC33BE}" type="pres">
      <dgm:prSet presAssocID="{6D82599B-2F35-4069-ADCC-93ADA0EEE294}" presName="dotNode2" presStyleCnt="0"/>
      <dgm:spPr/>
    </dgm:pt>
    <dgm:pt modelId="{87CF636C-F07E-46AF-9AF5-52AC8BCCF4B9}" type="pres">
      <dgm:prSet presAssocID="{6D82599B-2F35-4069-ADCC-93ADA0EEE294}" presName="dotRepeatNode" presStyleLbl="fgShp" presStyleIdx="0" presStyleCnt="4"/>
      <dgm:spPr/>
    </dgm:pt>
    <dgm:pt modelId="{F23DBF71-8150-4736-BFF9-5D7189598715}" type="pres">
      <dgm:prSet presAssocID="{59FE0DF2-834E-4417-9ECF-B7D3B2FC3DD7}" presName="txNode3" presStyleLbl="revTx" presStyleIdx="2" presStyleCnt="6" custScaleX="140817" custLinFactNeighborX="-33791" custLinFactNeighborY="31984">
        <dgm:presLayoutVars>
          <dgm:bulletEnabled val="1"/>
        </dgm:presLayoutVars>
      </dgm:prSet>
      <dgm:spPr/>
    </dgm:pt>
    <dgm:pt modelId="{15B00686-D81E-417E-ABDF-E5CDE24DF4A9}" type="pres">
      <dgm:prSet presAssocID="{39F420B1-4FBE-48B4-8538-6900412891A6}" presName="dotNode3" presStyleCnt="0"/>
      <dgm:spPr/>
    </dgm:pt>
    <dgm:pt modelId="{204F1EF5-755E-474B-80CF-4FC8225F741B}" type="pres">
      <dgm:prSet presAssocID="{39F420B1-4FBE-48B4-8538-6900412891A6}" presName="dotRepeatNode" presStyleLbl="fgShp" presStyleIdx="1" presStyleCnt="4"/>
      <dgm:spPr/>
    </dgm:pt>
    <dgm:pt modelId="{42FDB924-CCB1-4667-AD2A-0055B8074DA9}" type="pres">
      <dgm:prSet presAssocID="{A42A124C-8C81-4312-A7D8-63A398A9C3BF}" presName="txNode4" presStyleLbl="revTx" presStyleIdx="3" presStyleCnt="6" custScaleX="158116" custLinFactNeighborX="33485" custLinFactNeighborY="36754">
        <dgm:presLayoutVars>
          <dgm:bulletEnabled val="1"/>
        </dgm:presLayoutVars>
      </dgm:prSet>
      <dgm:spPr/>
    </dgm:pt>
    <dgm:pt modelId="{BAA9F684-F36E-4A63-AED1-2E125F41A2C9}" type="pres">
      <dgm:prSet presAssocID="{81DCA048-EED1-47D6-B072-6EE9B43EAF54}" presName="dotNode4" presStyleCnt="0"/>
      <dgm:spPr/>
    </dgm:pt>
    <dgm:pt modelId="{DDB71CE2-BD79-47C1-8717-35868C58DAF8}" type="pres">
      <dgm:prSet presAssocID="{81DCA048-EED1-47D6-B072-6EE9B43EAF54}" presName="dotRepeatNode" presStyleLbl="fgShp" presStyleIdx="2" presStyleCnt="4"/>
      <dgm:spPr/>
    </dgm:pt>
    <dgm:pt modelId="{43B822BA-FB38-4FD0-AAE9-0F542F16DAC6}" type="pres">
      <dgm:prSet presAssocID="{31AB9CFC-CF61-4406-B3DC-4FF06116037B}" presName="txNode5" presStyleLbl="revTx" presStyleIdx="4" presStyleCnt="6" custScaleX="124256" custLinFactNeighborX="-16365" custLinFactNeighborY="57528">
        <dgm:presLayoutVars>
          <dgm:bulletEnabled val="1"/>
        </dgm:presLayoutVars>
      </dgm:prSet>
      <dgm:spPr/>
    </dgm:pt>
    <dgm:pt modelId="{15960747-074B-4949-A5F7-B074268E0434}" type="pres">
      <dgm:prSet presAssocID="{A42A408F-77FA-4C7E-83FF-B09C001692D6}" presName="dotNode5" presStyleCnt="0"/>
      <dgm:spPr/>
    </dgm:pt>
    <dgm:pt modelId="{74253856-70E6-4095-9F5E-130AD3CD2D0C}" type="pres">
      <dgm:prSet presAssocID="{A42A408F-77FA-4C7E-83FF-B09C001692D6}" presName="dotRepeatNode" presStyleLbl="fgShp" presStyleIdx="3" presStyleCnt="4"/>
      <dgm:spPr/>
    </dgm:pt>
    <dgm:pt modelId="{5E404757-8D00-48F3-8ABD-A4BCF607CC87}" type="pres">
      <dgm:prSet presAssocID="{49AC26D8-7B62-420C-AFD4-BEE9F8A31FFC}" presName="txNode6" presStyleLbl="revTx" presStyleIdx="5" presStyleCnt="6" custScaleX="109826" custLinFactNeighborX="49744" custLinFactNeighborY="-20774">
        <dgm:presLayoutVars>
          <dgm:bulletEnabled val="1"/>
        </dgm:presLayoutVars>
      </dgm:prSet>
      <dgm:spPr/>
    </dgm:pt>
  </dgm:ptLst>
  <dgm:cxnLst>
    <dgm:cxn modelId="{F74F9E10-FFD0-400D-9409-17E63E2ADF06}" type="presOf" srcId="{6D82599B-2F35-4069-ADCC-93ADA0EEE294}" destId="{87CF636C-F07E-46AF-9AF5-52AC8BCCF4B9}" srcOrd="0" destOrd="0" presId="urn:microsoft.com/office/officeart/2009/3/layout/DescendingProcess"/>
    <dgm:cxn modelId="{F2ED3D11-F452-4038-8136-CCBD2DFE8222}" type="presOf" srcId="{39F420B1-4FBE-48B4-8538-6900412891A6}" destId="{204F1EF5-755E-474B-80CF-4FC8225F741B}" srcOrd="0" destOrd="0" presId="urn:microsoft.com/office/officeart/2009/3/layout/DescendingProcess"/>
    <dgm:cxn modelId="{5A382615-E677-4D2B-B888-02B65A0F958B}" type="presOf" srcId="{31AB9CFC-CF61-4406-B3DC-4FF06116037B}" destId="{43B822BA-FB38-4FD0-AAE9-0F542F16DAC6}" srcOrd="0" destOrd="0" presId="urn:microsoft.com/office/officeart/2009/3/layout/DescendingProcess"/>
    <dgm:cxn modelId="{A7938D38-1526-45B5-981F-E6DDB37AE27C}" srcId="{371ECF98-5D77-44F3-B4BE-FD1AEF117014}" destId="{49AC26D8-7B62-420C-AFD4-BEE9F8A31FFC}" srcOrd="5" destOrd="0" parTransId="{7AA32D9C-944A-4E99-A1F3-B710619A0D02}" sibTransId="{1991E8DA-FCFC-45AB-B18F-544496B6DB3E}"/>
    <dgm:cxn modelId="{D028883F-0644-4167-B449-605E3A784BAE}" srcId="{371ECF98-5D77-44F3-B4BE-FD1AEF117014}" destId="{31AB9CFC-CF61-4406-B3DC-4FF06116037B}" srcOrd="4" destOrd="0" parTransId="{41278160-9871-4206-9F75-C7473184BE59}" sibTransId="{A42A408F-77FA-4C7E-83FF-B09C001692D6}"/>
    <dgm:cxn modelId="{70F47F4A-97A3-4504-90A9-C392B77A5BDB}" type="presOf" srcId="{E795AB35-04A8-4E28-B61E-1F50AF45C9BF}" destId="{27240CE8-7F75-4A0D-B16C-425F3149C0FD}" srcOrd="0" destOrd="0" presId="urn:microsoft.com/office/officeart/2009/3/layout/DescendingProcess"/>
    <dgm:cxn modelId="{85FBA44E-3227-4C01-82FE-CE3055435A1B}" type="presOf" srcId="{49AC26D8-7B62-420C-AFD4-BEE9F8A31FFC}" destId="{5E404757-8D00-48F3-8ABD-A4BCF607CC87}" srcOrd="0" destOrd="0" presId="urn:microsoft.com/office/officeart/2009/3/layout/DescendingProcess"/>
    <dgm:cxn modelId="{A84DE851-63FD-49D3-872A-2D09C38A5304}" type="presOf" srcId="{371ECF98-5D77-44F3-B4BE-FD1AEF117014}" destId="{07A1E85C-BA65-4F2D-BEB7-27636F0D7D73}" srcOrd="0" destOrd="0" presId="urn:microsoft.com/office/officeart/2009/3/layout/DescendingProcess"/>
    <dgm:cxn modelId="{8582E679-3ADF-403D-B8D2-5ACFE5EB677D}" type="presOf" srcId="{A42A124C-8C81-4312-A7D8-63A398A9C3BF}" destId="{42FDB924-CCB1-4667-AD2A-0055B8074DA9}" srcOrd="0" destOrd="0" presId="urn:microsoft.com/office/officeart/2009/3/layout/DescendingProcess"/>
    <dgm:cxn modelId="{F2FB5D7C-EB3A-47A3-A062-0C643C812188}" srcId="{371ECF98-5D77-44F3-B4BE-FD1AEF117014}" destId="{E795AB35-04A8-4E28-B61E-1F50AF45C9BF}" srcOrd="1" destOrd="0" parTransId="{949D3BCD-C235-4666-8505-4380AD6FAFC2}" sibTransId="{6D82599B-2F35-4069-ADCC-93ADA0EEE294}"/>
    <dgm:cxn modelId="{A33C5E7D-53F3-4C84-8A0C-AF340E5A57BF}" type="presOf" srcId="{593D6933-7D18-4FF6-9DBB-1437F24937B8}" destId="{D16B0944-F8C9-4CE3-B9CF-7D46C9F5480A}" srcOrd="0" destOrd="0" presId="urn:microsoft.com/office/officeart/2009/3/layout/DescendingProcess"/>
    <dgm:cxn modelId="{75F4978B-DFAB-49F5-8813-6D141F6DCB3F}" srcId="{371ECF98-5D77-44F3-B4BE-FD1AEF117014}" destId="{593D6933-7D18-4FF6-9DBB-1437F24937B8}" srcOrd="0" destOrd="0" parTransId="{85683D08-71D6-4E23-BCDD-340BAB8D7F9A}" sibTransId="{1C3DA3AE-733E-4E01-A762-1ACA9229D60B}"/>
    <dgm:cxn modelId="{2B6538B0-8511-474C-8BF1-28CED0ED6FCF}" srcId="{371ECF98-5D77-44F3-B4BE-FD1AEF117014}" destId="{A42A124C-8C81-4312-A7D8-63A398A9C3BF}" srcOrd="3" destOrd="0" parTransId="{C61B9BBB-1618-43B1-A98D-E00E642C90CB}" sibTransId="{81DCA048-EED1-47D6-B072-6EE9B43EAF54}"/>
    <dgm:cxn modelId="{2DEE2DB1-2107-43B3-B92E-988E0E8AE0D0}" type="presOf" srcId="{A42A408F-77FA-4C7E-83FF-B09C001692D6}" destId="{74253856-70E6-4095-9F5E-130AD3CD2D0C}" srcOrd="0" destOrd="0" presId="urn:microsoft.com/office/officeart/2009/3/layout/DescendingProcess"/>
    <dgm:cxn modelId="{FD7C25D3-07EC-490A-8340-D0F1954F520B}" type="presOf" srcId="{59FE0DF2-834E-4417-9ECF-B7D3B2FC3DD7}" destId="{F23DBF71-8150-4736-BFF9-5D7189598715}" srcOrd="0" destOrd="0" presId="urn:microsoft.com/office/officeart/2009/3/layout/DescendingProcess"/>
    <dgm:cxn modelId="{8033DED9-55B7-4E7F-A19F-C53EB48B959F}" srcId="{371ECF98-5D77-44F3-B4BE-FD1AEF117014}" destId="{59FE0DF2-834E-4417-9ECF-B7D3B2FC3DD7}" srcOrd="2" destOrd="0" parTransId="{B7714B9B-1625-4751-94D7-352C50C26664}" sibTransId="{39F420B1-4FBE-48B4-8538-6900412891A6}"/>
    <dgm:cxn modelId="{685827EC-CA65-40A0-A6B1-8A5D9641A80D}" type="presOf" srcId="{81DCA048-EED1-47D6-B072-6EE9B43EAF54}" destId="{DDB71CE2-BD79-47C1-8717-35868C58DAF8}" srcOrd="0" destOrd="0" presId="urn:microsoft.com/office/officeart/2009/3/layout/DescendingProcess"/>
    <dgm:cxn modelId="{349C6F3E-8B01-4FBC-B35C-FEBF70ABDCCF}" type="presParOf" srcId="{07A1E85C-BA65-4F2D-BEB7-27636F0D7D73}" destId="{1E76D90C-1CDF-4E27-A0B8-F922A5F178FD}" srcOrd="0" destOrd="0" presId="urn:microsoft.com/office/officeart/2009/3/layout/DescendingProcess"/>
    <dgm:cxn modelId="{3F26205E-21DE-4337-BBAD-AF2DE4B41C8A}" type="presParOf" srcId="{07A1E85C-BA65-4F2D-BEB7-27636F0D7D73}" destId="{D16B0944-F8C9-4CE3-B9CF-7D46C9F5480A}" srcOrd="1" destOrd="0" presId="urn:microsoft.com/office/officeart/2009/3/layout/DescendingProcess"/>
    <dgm:cxn modelId="{8260F725-06DB-4B70-8ABE-097BA608D3ED}" type="presParOf" srcId="{07A1E85C-BA65-4F2D-BEB7-27636F0D7D73}" destId="{27240CE8-7F75-4A0D-B16C-425F3149C0FD}" srcOrd="2" destOrd="0" presId="urn:microsoft.com/office/officeart/2009/3/layout/DescendingProcess"/>
    <dgm:cxn modelId="{5E77588E-0FAE-47AB-A9D7-A656462842F2}" type="presParOf" srcId="{07A1E85C-BA65-4F2D-BEB7-27636F0D7D73}" destId="{A7A54410-3522-4B55-9572-A2D4FBBC33BE}" srcOrd="3" destOrd="0" presId="urn:microsoft.com/office/officeart/2009/3/layout/DescendingProcess"/>
    <dgm:cxn modelId="{44A50010-94CE-4E29-8ADC-E64FBFB39AF9}" type="presParOf" srcId="{A7A54410-3522-4B55-9572-A2D4FBBC33BE}" destId="{87CF636C-F07E-46AF-9AF5-52AC8BCCF4B9}" srcOrd="0" destOrd="0" presId="urn:microsoft.com/office/officeart/2009/3/layout/DescendingProcess"/>
    <dgm:cxn modelId="{B57104D5-7A26-4572-9F2A-AE3F1FF82F61}" type="presParOf" srcId="{07A1E85C-BA65-4F2D-BEB7-27636F0D7D73}" destId="{F23DBF71-8150-4736-BFF9-5D7189598715}" srcOrd="4" destOrd="0" presId="urn:microsoft.com/office/officeart/2009/3/layout/DescendingProcess"/>
    <dgm:cxn modelId="{273566C1-C2C5-47C7-984C-4BEE19B740EB}" type="presParOf" srcId="{07A1E85C-BA65-4F2D-BEB7-27636F0D7D73}" destId="{15B00686-D81E-417E-ABDF-E5CDE24DF4A9}" srcOrd="5" destOrd="0" presId="urn:microsoft.com/office/officeart/2009/3/layout/DescendingProcess"/>
    <dgm:cxn modelId="{973AACC3-BE53-49FE-8802-EF578354D17C}" type="presParOf" srcId="{15B00686-D81E-417E-ABDF-E5CDE24DF4A9}" destId="{204F1EF5-755E-474B-80CF-4FC8225F741B}" srcOrd="0" destOrd="0" presId="urn:microsoft.com/office/officeart/2009/3/layout/DescendingProcess"/>
    <dgm:cxn modelId="{2268FF2C-D6B1-47D5-BF9D-B6F57C064E85}" type="presParOf" srcId="{07A1E85C-BA65-4F2D-BEB7-27636F0D7D73}" destId="{42FDB924-CCB1-4667-AD2A-0055B8074DA9}" srcOrd="6" destOrd="0" presId="urn:microsoft.com/office/officeart/2009/3/layout/DescendingProcess"/>
    <dgm:cxn modelId="{706EC8EF-FEED-4FA0-9FBB-4F0A93373CD3}" type="presParOf" srcId="{07A1E85C-BA65-4F2D-BEB7-27636F0D7D73}" destId="{BAA9F684-F36E-4A63-AED1-2E125F41A2C9}" srcOrd="7" destOrd="0" presId="urn:microsoft.com/office/officeart/2009/3/layout/DescendingProcess"/>
    <dgm:cxn modelId="{53C2F421-B3B3-4870-8E04-D3A50FF6B9FD}" type="presParOf" srcId="{BAA9F684-F36E-4A63-AED1-2E125F41A2C9}" destId="{DDB71CE2-BD79-47C1-8717-35868C58DAF8}" srcOrd="0" destOrd="0" presId="urn:microsoft.com/office/officeart/2009/3/layout/DescendingProcess"/>
    <dgm:cxn modelId="{4AED8DEE-CBD5-4A22-8E5E-555B0962F425}" type="presParOf" srcId="{07A1E85C-BA65-4F2D-BEB7-27636F0D7D73}" destId="{43B822BA-FB38-4FD0-AAE9-0F542F16DAC6}" srcOrd="8" destOrd="0" presId="urn:microsoft.com/office/officeart/2009/3/layout/DescendingProcess"/>
    <dgm:cxn modelId="{6365C583-9E51-4B4D-9D04-CC2F4FFD1048}" type="presParOf" srcId="{07A1E85C-BA65-4F2D-BEB7-27636F0D7D73}" destId="{15960747-074B-4949-A5F7-B074268E0434}" srcOrd="9" destOrd="0" presId="urn:microsoft.com/office/officeart/2009/3/layout/DescendingProcess"/>
    <dgm:cxn modelId="{720D38AD-3CA4-4F52-9597-D4B81F870C30}" type="presParOf" srcId="{15960747-074B-4949-A5F7-B074268E0434}" destId="{74253856-70E6-4095-9F5E-130AD3CD2D0C}" srcOrd="0" destOrd="0" presId="urn:microsoft.com/office/officeart/2009/3/layout/DescendingProcess"/>
    <dgm:cxn modelId="{541BF657-A442-420D-8DBD-FD9910E1717E}" type="presParOf" srcId="{07A1E85C-BA65-4F2D-BEB7-27636F0D7D73}" destId="{5E404757-8D00-48F3-8ABD-A4BCF607CC87}" srcOrd="10" destOrd="0" presId="urn:microsoft.com/office/officeart/2009/3/layout/DescendingProcess"/>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0387EC-C8F0-4C65-B212-F5BDBF327026}" type="doc">
      <dgm:prSet loTypeId="urn:microsoft.com/office/officeart/2005/8/layout/hList1" loCatId="list" qsTypeId="urn:microsoft.com/office/officeart/2005/8/quickstyle/3d2" qsCatId="3D" csTypeId="urn:microsoft.com/office/officeart/2005/8/colors/accent1_2" csCatId="accent1" phldr="1"/>
      <dgm:spPr/>
      <dgm:t>
        <a:bodyPr/>
        <a:lstStyle/>
        <a:p>
          <a:endParaRPr lang="es-MX"/>
        </a:p>
      </dgm:t>
    </dgm:pt>
    <dgm:pt modelId="{DC262C10-FA9B-48D7-8A91-0CFC5E5F9EFC}">
      <dgm:prSet phldrT="[Texto]" custT="1"/>
      <dgm:spPr>
        <a:solidFill>
          <a:srgbClr val="E7D295"/>
        </a:solidFill>
      </dgm:spPr>
      <dgm:t>
        <a:bodyPr/>
        <a:lstStyle/>
        <a:p>
          <a:r>
            <a:rPr lang="es-MX" sz="1400"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SOLICITAR</a:t>
          </a:r>
        </a:p>
      </dgm:t>
    </dgm:pt>
    <dgm:pt modelId="{57E870BD-560C-4F14-BB1F-95208CF4FCED}" type="parTrans" cxnId="{A6F65DA1-A79F-4DDB-A678-D36DEEED17F6}">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089CF275-6843-411F-AC6C-794BB3D7446F}" type="sibTrans" cxnId="{A6F65DA1-A79F-4DDB-A678-D36DEEED17F6}">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9DF7476D-D1A1-4F26-A641-FF1EAF0A3487}">
      <dgm:prSet phldrT="[Texto]" custT="1"/>
      <dgm:spPr>
        <a:solidFill>
          <a:srgbClr val="E7D295">
            <a:alpha val="90000"/>
          </a:srgbClr>
        </a:solidFill>
      </dgm:spPr>
      <dgm:t>
        <a:bodyPr anchor="ctr"/>
        <a:lstStyle/>
        <a:p>
          <a:pPr algn="just">
            <a:buFont typeface="Arial" panose="020B0604020202020204" pitchFamily="34" charset="0"/>
            <a:buChar char="•"/>
          </a:pPr>
          <a:r>
            <a:rPr lang="es-MX" sz="1200" b="1" noProof="0" dirty="0">
              <a:latin typeface="Noto Sans" panose="020B0502040504020204" pitchFamily="34" charset="0"/>
              <a:ea typeface="Noto Sans" panose="020B0502040504020204" pitchFamily="34" charset="0"/>
              <a:cs typeface="Noto Sans" panose="020B0502040504020204" pitchFamily="34" charset="0"/>
            </a:rPr>
            <a:t>A los </a:t>
          </a:r>
          <a:r>
            <a:rPr lang="es-MX" sz="1200" noProof="0" dirty="0">
              <a:effectLst/>
              <a:latin typeface="Noto Sans" panose="020B0502040504020204" pitchFamily="34" charset="0"/>
              <a:ea typeface="Noto Sans" panose="020B0502040504020204" pitchFamily="34" charset="0"/>
              <a:cs typeface="Noto Sans" panose="020B0502040504020204" pitchFamily="34" charset="0"/>
            </a:rPr>
            <a:t>organismos descentralizados estatales, servicios educativos coordinados o autoridades estatales que operan los Telebachilleratos Comunitarios,</a:t>
          </a:r>
          <a:r>
            <a:rPr lang="es-MX" sz="1200" noProof="0" dirty="0">
              <a:latin typeface="Noto Sans" panose="020B0502040504020204" pitchFamily="34" charset="0"/>
              <a:ea typeface="Noto Sans" panose="020B0502040504020204" pitchFamily="34" charset="0"/>
              <a:cs typeface="Noto Sans" panose="020B0502040504020204" pitchFamily="34" charset="0"/>
            </a:rPr>
            <a:t> que tengan a su cargo la ejecución del Programa, </a:t>
          </a:r>
          <a:r>
            <a:rPr lang="es-MX" sz="1200" b="1" noProof="0" dirty="0">
              <a:latin typeface="Noto Sans" panose="020B0502040504020204" pitchFamily="34" charset="0"/>
              <a:ea typeface="Noto Sans" panose="020B0502040504020204" pitchFamily="34" charset="0"/>
              <a:cs typeface="Noto Sans" panose="020B0502040504020204" pitchFamily="34" charset="0"/>
            </a:rPr>
            <a:t>la información pública relacionada con la operación del mismo.</a:t>
          </a:r>
        </a:p>
      </dgm:t>
    </dgm:pt>
    <dgm:pt modelId="{66EC3D0C-5F38-4B7C-88F2-3FF2F2BD05A6}" type="parTrans" cxnId="{47D84256-3983-40DA-803A-B697E05D54C7}">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59E7B37E-CF55-45C0-A284-810DE817B089}" type="sibTrans" cxnId="{47D84256-3983-40DA-803A-B697E05D54C7}">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71700336-1DC0-4CBD-BDDD-98774F0FF48D}">
      <dgm:prSet phldrT="[Texto]" custT="1"/>
      <dgm:spPr>
        <a:solidFill>
          <a:srgbClr val="E7D295"/>
        </a:solidFill>
      </dgm:spPr>
      <dgm:t>
        <a:bodyPr/>
        <a:lstStyle/>
        <a:p>
          <a:r>
            <a:rPr lang="es-MX" sz="1400"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VIGILAR</a:t>
          </a:r>
        </a:p>
      </dgm:t>
    </dgm:pt>
    <dgm:pt modelId="{33C64DF4-9B5D-478F-A62F-E9A1DB4283DD}" type="parTrans" cxnId="{7A067EA4-EE16-468F-AAB0-640917F2B354}">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EE3FA49A-1955-414F-ACB3-19F110A6416B}" type="sibTrans" cxnId="{7A067EA4-EE16-468F-AAB0-640917F2B354}">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9199D9B1-9261-4890-8A75-B764D4A52B5A}">
      <dgm:prSet phldrT="[Texto]" custT="1"/>
      <dgm:spPr>
        <a:solidFill>
          <a:srgbClr val="E7D295">
            <a:alpha val="90000"/>
          </a:srgbClr>
        </a:solidFill>
      </dgm:spPr>
      <dgm:t>
        <a:bodyPr anchor="ctr"/>
        <a:lstStyle/>
        <a:p>
          <a:pPr algn="just"/>
          <a:r>
            <a:rPr lang="es-MX" sz="1050" noProof="0" dirty="0">
              <a:latin typeface="Noto Sans" panose="020B0502040504020204" pitchFamily="34" charset="0"/>
              <a:ea typeface="Noto Sans" panose="020B0502040504020204" pitchFamily="34" charset="0"/>
              <a:cs typeface="Noto Sans" panose="020B0502040504020204" pitchFamily="34" charset="0"/>
            </a:rPr>
            <a:t>Se difunda información veraz y oportuna sobre la operación del Pp U006.</a:t>
          </a:r>
        </a:p>
      </dgm:t>
    </dgm:pt>
    <dgm:pt modelId="{87A4461C-3B00-41DA-9A14-E015412F0740}" type="parTrans" cxnId="{62082E28-90A6-4C72-8949-BA6E62A15997}">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C062134F-ECD5-4DA4-BEBC-AACC750F2C0B}" type="sibTrans" cxnId="{62082E28-90A6-4C72-8949-BA6E62A15997}">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CD22AE0C-491B-42FF-8FA4-8C4C5F256CA1}">
      <dgm:prSet phldrT="[Texto]" custT="1"/>
      <dgm:spPr>
        <a:solidFill>
          <a:srgbClr val="E7D295">
            <a:alpha val="90000"/>
          </a:srgbClr>
        </a:solidFill>
      </dgm:spPr>
      <dgm:t>
        <a:bodyPr anchor="ctr"/>
        <a:lstStyle/>
        <a:p>
          <a:pPr algn="just"/>
          <a:r>
            <a:rPr lang="es-MX" sz="1050" noProof="0" dirty="0">
              <a:latin typeface="Noto Sans" panose="020B0502040504020204" pitchFamily="34" charset="0"/>
              <a:ea typeface="Noto Sans" panose="020B0502040504020204" pitchFamily="34" charset="0"/>
              <a:cs typeface="Noto Sans" panose="020B0502040504020204" pitchFamily="34" charset="0"/>
            </a:rPr>
            <a:t>Se cumplan los periodos de entrega de apoyos</a:t>
          </a:r>
        </a:p>
      </dgm:t>
    </dgm:pt>
    <dgm:pt modelId="{3B14093B-77C2-44FA-BE48-E7BC16812744}" type="parTrans" cxnId="{85B055F6-8E54-4065-8300-250E5264E65C}">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9EDB319F-BC39-474F-82B1-37D974F60A92}" type="sibTrans" cxnId="{85B055F6-8E54-4065-8300-250E5264E65C}">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45C8F515-B713-4C66-8FB6-804E76DD8C0A}">
      <dgm:prSet phldrT="[Texto]" custT="1"/>
      <dgm:spPr>
        <a:solidFill>
          <a:srgbClr val="E7D295"/>
        </a:solidFill>
      </dgm:spPr>
      <dgm:t>
        <a:bodyPr/>
        <a:lstStyle/>
        <a:p>
          <a:r>
            <a:rPr lang="es-MX" sz="1400"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ELABORAR</a:t>
          </a:r>
        </a:p>
      </dgm:t>
    </dgm:pt>
    <dgm:pt modelId="{0153521D-2D5E-4899-BDC4-96F0D98DE808}" type="parTrans" cxnId="{AA39E86A-3E32-465F-B382-AB3D523BE571}">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CEB08A4B-E958-40AC-8C3E-EBED68D1F113}" type="sibTrans" cxnId="{AA39E86A-3E32-465F-B382-AB3D523BE571}">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0133A92A-227C-4E84-9DC1-35FBBEF09CAE}">
      <dgm:prSet phldrT="[Texto]" custT="1"/>
      <dgm:spPr>
        <a:solidFill>
          <a:srgbClr val="E7D295">
            <a:alpha val="90000"/>
          </a:srgbClr>
        </a:solidFill>
      </dgm:spPr>
      <dgm:t>
        <a:bodyPr anchor="ctr"/>
        <a:lstStyle/>
        <a:p>
          <a:pPr algn="just"/>
          <a:r>
            <a:rPr lang="es-MX" sz="1200" b="1" noProof="0" dirty="0">
              <a:latin typeface="Noto Sans" panose="020B0502040504020204" pitchFamily="34" charset="0"/>
              <a:ea typeface="Noto Sans" panose="020B0502040504020204" pitchFamily="34" charset="0"/>
              <a:cs typeface="Noto Sans" panose="020B0502040504020204" pitchFamily="34" charset="0"/>
            </a:rPr>
            <a:t>Informes de resultados </a:t>
          </a:r>
          <a:r>
            <a:rPr lang="es-MX" sz="1200" noProof="0" dirty="0">
              <a:latin typeface="Noto Sans" panose="020B0502040504020204" pitchFamily="34" charset="0"/>
              <a:ea typeface="Noto Sans" panose="020B0502040504020204" pitchFamily="34" charset="0"/>
              <a:cs typeface="Noto Sans" panose="020B0502040504020204" pitchFamily="34" charset="0"/>
            </a:rPr>
            <a:t>de las actividades de operación de la CS realizadas, y dar seguimiento.</a:t>
          </a:r>
        </a:p>
      </dgm:t>
    </dgm:pt>
    <dgm:pt modelId="{01E9D60B-8CF5-467B-8A42-BCE3D0EE5AA8}" type="parTrans" cxnId="{5CB98FF9-9F17-4C46-9109-C4E53B238748}">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0906F960-7EA4-4301-8057-9F776D73D9DF}" type="sibTrans" cxnId="{5CB98FF9-9F17-4C46-9109-C4E53B238748}">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2657AF4F-A8D8-43E3-9C3E-A26A68215F43}">
      <dgm:prSet phldrT="[Texto]" custT="1"/>
      <dgm:spPr>
        <a:solidFill>
          <a:srgbClr val="E7D295">
            <a:alpha val="90000"/>
          </a:srgbClr>
        </a:solidFill>
      </dgm:spPr>
      <dgm:t>
        <a:bodyPr anchor="ctr"/>
        <a:lstStyle/>
        <a:p>
          <a:pPr algn="just"/>
          <a:r>
            <a:rPr lang="es-MX" sz="1050" noProof="0" dirty="0">
              <a:latin typeface="Noto Sans" panose="020B0502040504020204" pitchFamily="34" charset="0"/>
              <a:ea typeface="Noto Sans" panose="020B0502040504020204" pitchFamily="34" charset="0"/>
              <a:cs typeface="Noto Sans" panose="020B0502040504020204" pitchFamily="34" charset="0"/>
            </a:rPr>
            <a:t>Que el ejercicio de recursos públicos, sea oportuno, transparente y apegado a la normativa aplicable.</a:t>
          </a:r>
        </a:p>
      </dgm:t>
    </dgm:pt>
    <dgm:pt modelId="{EE4A0645-706D-4DEA-BE10-922439F4FEC3}" type="parTrans" cxnId="{C3DA3FC1-2EF0-4A05-AD69-F17F7293530B}">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E5016312-E73E-45E7-B9BF-84F3281D09B7}" type="sibTrans" cxnId="{C3DA3FC1-2EF0-4A05-AD69-F17F7293530B}">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961764B5-1154-4B0C-BD8F-24A52C0AE11A}">
      <dgm:prSet phldrT="[Texto]" custT="1"/>
      <dgm:spPr>
        <a:solidFill>
          <a:srgbClr val="E7D295">
            <a:alpha val="90000"/>
          </a:srgbClr>
        </a:solidFill>
      </dgm:spPr>
      <dgm:t>
        <a:bodyPr anchor="ctr"/>
        <a:lstStyle/>
        <a:p>
          <a:pPr algn="just"/>
          <a:r>
            <a:rPr lang="es-MX" sz="1050" noProof="0" dirty="0">
              <a:latin typeface="Noto Sans" panose="020B0502040504020204" pitchFamily="34" charset="0"/>
              <a:ea typeface="Noto Sans" panose="020B0502040504020204" pitchFamily="34" charset="0"/>
              <a:cs typeface="Noto Sans" panose="020B0502040504020204" pitchFamily="34" charset="0"/>
            </a:rPr>
            <a:t>La existencia de  documentación comprobatoria de la entrega y ejercicio de recursos.</a:t>
          </a:r>
        </a:p>
      </dgm:t>
    </dgm:pt>
    <dgm:pt modelId="{16D3F99B-A2E7-48E0-9D58-34C8EF532737}" type="parTrans" cxnId="{474499D4-3588-40F9-B862-8435A6922CCA}">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E18B1F00-7CDA-43AB-9EEC-FAD07C10CF97}" type="sibTrans" cxnId="{474499D4-3588-40F9-B862-8435A6922CCA}">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C0A1E41A-7440-4E70-AAA2-F8A8BA57B428}">
      <dgm:prSet phldrT="[Texto]" custT="1"/>
      <dgm:spPr>
        <a:solidFill>
          <a:srgbClr val="E7D295">
            <a:alpha val="90000"/>
          </a:srgbClr>
        </a:solidFill>
      </dgm:spPr>
      <dgm:t>
        <a:bodyPr anchor="ctr"/>
        <a:lstStyle/>
        <a:p>
          <a:pPr algn="just"/>
          <a:r>
            <a:rPr lang="es-MX" sz="1050" noProof="0" dirty="0">
              <a:latin typeface="Noto Sans" panose="020B0502040504020204" pitchFamily="34" charset="0"/>
              <a:ea typeface="Noto Sans" panose="020B0502040504020204" pitchFamily="34" charset="0"/>
              <a:cs typeface="Noto Sans" panose="020B0502040504020204" pitchFamily="34" charset="0"/>
            </a:rPr>
            <a:t>Que el programa no se utilice con fines políticos, electorales, fines de lucro u otros distintos al objeto del programa.</a:t>
          </a:r>
        </a:p>
      </dgm:t>
    </dgm:pt>
    <dgm:pt modelId="{74BDA9DC-8FCB-4EFA-AE1C-D6A1DD1FB79A}" type="parTrans" cxnId="{A73BDAC4-8A26-4318-A93D-D5F1351CB528}">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E6A9FEF4-1395-4CA1-8177-44993FC2F9E7}" type="sibTrans" cxnId="{A73BDAC4-8A26-4318-A93D-D5F1351CB528}">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2AEB8D7B-2BC4-4A62-85B0-018AF3D8EA79}">
      <dgm:prSet phldrT="[Texto]" custT="1"/>
      <dgm:spPr>
        <a:solidFill>
          <a:srgbClr val="E7D295">
            <a:alpha val="90000"/>
          </a:srgbClr>
        </a:solidFill>
      </dgm:spPr>
      <dgm:t>
        <a:bodyPr anchor="ctr"/>
        <a:lstStyle/>
        <a:p>
          <a:pPr algn="just"/>
          <a:r>
            <a:rPr lang="es-MX" sz="1050" noProof="0" dirty="0">
              <a:latin typeface="Noto Sans" panose="020B0502040504020204" pitchFamily="34" charset="0"/>
              <a:ea typeface="Noto Sans" panose="020B0502040504020204" pitchFamily="34" charset="0"/>
              <a:cs typeface="Noto Sans" panose="020B0502040504020204" pitchFamily="34" charset="0"/>
            </a:rPr>
            <a:t>Que las autoridades competentes den atención a las quejas o denuncias presentadas</a:t>
          </a:r>
        </a:p>
      </dgm:t>
    </dgm:pt>
    <dgm:pt modelId="{8C5372BD-086B-41B2-968E-D3DA1FEA533C}" type="parTrans" cxnId="{050E0C07-690E-4F69-BE0B-EF3421668EC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0D5C4799-0798-40A6-95C8-63A4FF9B5BF4}" type="sibTrans" cxnId="{050E0C07-690E-4F69-BE0B-EF3421668EC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28C20D49-D57B-4B76-879A-8BAA00503B9A}">
      <dgm:prSet phldrT="[Texto]" custT="1"/>
      <dgm:spPr>
        <a:solidFill>
          <a:srgbClr val="E7D295">
            <a:alpha val="90000"/>
          </a:srgbClr>
        </a:solidFill>
      </dgm:spPr>
      <dgm:t>
        <a:bodyPr anchor="ctr"/>
        <a:lstStyle/>
        <a:p>
          <a:pPr algn="just"/>
          <a:r>
            <a:rPr lang="es-MX" sz="1050" noProof="0" dirty="0">
              <a:latin typeface="Noto Sans" panose="020B0502040504020204" pitchFamily="34" charset="0"/>
              <a:ea typeface="Noto Sans" panose="020B0502040504020204" pitchFamily="34" charset="0"/>
              <a:cs typeface="Noto Sans" panose="020B0502040504020204" pitchFamily="34" charset="0"/>
            </a:rPr>
            <a:t>Que el programa se ejecute en el  marco de igualdad entre mujeres y hombres.</a:t>
          </a:r>
        </a:p>
      </dgm:t>
    </dgm:pt>
    <dgm:pt modelId="{7337CE68-5167-4155-8829-F181C609371B}" type="parTrans" cxnId="{D94D9FC3-E63B-40F0-8539-448C0CB33EF4}">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E4703C20-0294-4A58-BE47-F841416F66C5}" type="sibTrans" cxnId="{D94D9FC3-E63B-40F0-8539-448C0CB33EF4}">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AEA34D1C-9185-4E91-BB0C-B641BBB36D02}">
      <dgm:prSet phldrT="[Texto]"/>
      <dgm:spPr>
        <a:solidFill>
          <a:srgbClr val="E7D295">
            <a:alpha val="90000"/>
          </a:srgbClr>
        </a:solidFill>
      </dgm:spPr>
      <dgm:t>
        <a:bodyPr anchor="ctr"/>
        <a:lstStyle/>
        <a:p>
          <a:pPr algn="just"/>
          <a:endParaRPr lang="es-MX" sz="900" noProof="0" dirty="0">
            <a:latin typeface="Noto Sans" panose="020B0502040504020204" pitchFamily="34" charset="0"/>
            <a:ea typeface="Noto Sans" panose="020B0502040504020204" pitchFamily="34" charset="0"/>
            <a:cs typeface="Noto Sans" panose="020B0502040504020204" pitchFamily="34" charset="0"/>
          </a:endParaRPr>
        </a:p>
      </dgm:t>
    </dgm:pt>
    <dgm:pt modelId="{E989F5CF-E036-432A-80AE-8F0310BA0258}" type="parTrans" cxnId="{BF461165-C86B-4D82-B24C-FB33F3D66E8F}">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EAEBCE64-C5E4-490D-8444-E9317A9965EC}" type="sibTrans" cxnId="{BF461165-C86B-4D82-B24C-FB33F3D66E8F}">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0F80FFD9-9398-4FE6-9640-F394E1AF623F}">
      <dgm:prSet phldrT="[Texto]" custT="1"/>
      <dgm:spPr>
        <a:solidFill>
          <a:srgbClr val="E7D295"/>
        </a:solidFill>
      </dgm:spPr>
      <dgm:t>
        <a:bodyPr/>
        <a:lstStyle/>
        <a:p>
          <a:r>
            <a:rPr lang="es-MX" sz="1400"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RECIBIR</a:t>
          </a:r>
        </a:p>
      </dgm:t>
    </dgm:pt>
    <dgm:pt modelId="{46E186FE-3733-4DA2-B604-432D83CEA604}" type="parTrans" cxnId="{343FE097-07F5-4946-8564-5AC93482548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E9110AA8-C397-44A5-B777-D043BC87BDA6}" type="sibTrans" cxnId="{343FE097-07F5-4946-8564-5AC93482548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48F0C7AE-386B-44DE-BB0C-6F8C435236FC}">
      <dgm:prSet phldrT="[Texto]" custT="1"/>
      <dgm:spPr>
        <a:solidFill>
          <a:srgbClr val="E7D295">
            <a:alpha val="90000"/>
          </a:srgbClr>
        </a:solidFill>
      </dgm:spPr>
      <dgm:t>
        <a:bodyPr anchor="ctr"/>
        <a:lstStyle/>
        <a:p>
          <a:pPr algn="just"/>
          <a:r>
            <a:rPr lang="es-MX" sz="1200" b="1" noProof="0" dirty="0">
              <a:latin typeface="Noto Sans" panose="020B0502040504020204" pitchFamily="34" charset="0"/>
              <a:ea typeface="Noto Sans" panose="020B0502040504020204" pitchFamily="34" charset="0"/>
              <a:cs typeface="Noto Sans" panose="020B0502040504020204" pitchFamily="34" charset="0"/>
            </a:rPr>
            <a:t>Las quejas y denuncias </a:t>
          </a:r>
          <a:r>
            <a:rPr lang="es-MX" sz="1200" noProof="0" dirty="0">
              <a:latin typeface="Noto Sans" panose="020B0502040504020204" pitchFamily="34" charset="0"/>
              <a:ea typeface="Noto Sans" panose="020B0502040504020204" pitchFamily="34" charset="0"/>
              <a:cs typeface="Noto Sans" panose="020B0502040504020204" pitchFamily="34" charset="0"/>
            </a:rPr>
            <a:t>sobre la aplicación y ejecución de los programas federales, recabar la información de estas y canalizarlas a las autoridades competentes para su atención.</a:t>
          </a:r>
        </a:p>
      </dgm:t>
    </dgm:pt>
    <dgm:pt modelId="{2832D9B2-0F48-4DBA-A164-9B94A628D775}" type="parTrans" cxnId="{11CE387D-3712-4C70-90AD-77CCF5FBB9F8}">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4E5FF868-F15D-4256-95F2-EE28A6113DA9}" type="sibTrans" cxnId="{11CE387D-3712-4C70-90AD-77CCF5FBB9F8}">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7983D40E-5B0D-41BF-BF99-762F35E5C0FD}" type="pres">
      <dgm:prSet presAssocID="{3D0387EC-C8F0-4C65-B212-F5BDBF327026}" presName="Name0" presStyleCnt="0">
        <dgm:presLayoutVars>
          <dgm:dir/>
          <dgm:animLvl val="lvl"/>
          <dgm:resizeHandles val="exact"/>
        </dgm:presLayoutVars>
      </dgm:prSet>
      <dgm:spPr/>
    </dgm:pt>
    <dgm:pt modelId="{47073101-2A92-48C1-93F9-A76268B8E8EF}" type="pres">
      <dgm:prSet presAssocID="{DC262C10-FA9B-48D7-8A91-0CFC5E5F9EFC}" presName="composite" presStyleCnt="0"/>
      <dgm:spPr/>
    </dgm:pt>
    <dgm:pt modelId="{3C860CB2-75EF-40F7-8EB7-9D3D1C91EB4E}" type="pres">
      <dgm:prSet presAssocID="{DC262C10-FA9B-48D7-8A91-0CFC5E5F9EFC}" presName="parTx" presStyleLbl="alignNode1" presStyleIdx="0" presStyleCnt="4">
        <dgm:presLayoutVars>
          <dgm:chMax val="0"/>
          <dgm:chPref val="0"/>
          <dgm:bulletEnabled val="1"/>
        </dgm:presLayoutVars>
      </dgm:prSet>
      <dgm:spPr/>
    </dgm:pt>
    <dgm:pt modelId="{313BD006-CA77-48D5-93DC-7712DEC5CA60}" type="pres">
      <dgm:prSet presAssocID="{DC262C10-FA9B-48D7-8A91-0CFC5E5F9EFC}" presName="desTx" presStyleLbl="alignAccFollowNode1" presStyleIdx="0" presStyleCnt="4">
        <dgm:presLayoutVars>
          <dgm:bulletEnabled val="1"/>
        </dgm:presLayoutVars>
      </dgm:prSet>
      <dgm:spPr/>
    </dgm:pt>
    <dgm:pt modelId="{D848DB3B-F7A1-49E6-9ED3-43C8CF3C6C59}" type="pres">
      <dgm:prSet presAssocID="{089CF275-6843-411F-AC6C-794BB3D7446F}" presName="space" presStyleCnt="0"/>
      <dgm:spPr/>
    </dgm:pt>
    <dgm:pt modelId="{47EE3118-0919-48EB-A5B0-3C8151E5DE9B}" type="pres">
      <dgm:prSet presAssocID="{71700336-1DC0-4CBD-BDDD-98774F0FF48D}" presName="composite" presStyleCnt="0"/>
      <dgm:spPr/>
    </dgm:pt>
    <dgm:pt modelId="{06A15E1E-5FE2-4190-A7E0-0E39E5C3D794}" type="pres">
      <dgm:prSet presAssocID="{71700336-1DC0-4CBD-BDDD-98774F0FF48D}" presName="parTx" presStyleLbl="alignNode1" presStyleIdx="1" presStyleCnt="4">
        <dgm:presLayoutVars>
          <dgm:chMax val="0"/>
          <dgm:chPref val="0"/>
          <dgm:bulletEnabled val="1"/>
        </dgm:presLayoutVars>
      </dgm:prSet>
      <dgm:spPr/>
    </dgm:pt>
    <dgm:pt modelId="{8A1CEFD2-BB9D-49CD-A298-9EC24A933BE3}" type="pres">
      <dgm:prSet presAssocID="{71700336-1DC0-4CBD-BDDD-98774F0FF48D}" presName="desTx" presStyleLbl="alignAccFollowNode1" presStyleIdx="1" presStyleCnt="4" custScaleY="100786" custLinFactNeighborY="1829">
        <dgm:presLayoutVars>
          <dgm:bulletEnabled val="1"/>
        </dgm:presLayoutVars>
      </dgm:prSet>
      <dgm:spPr/>
    </dgm:pt>
    <dgm:pt modelId="{5958CC82-B95F-442F-A30F-914FE05E4EF5}" type="pres">
      <dgm:prSet presAssocID="{EE3FA49A-1955-414F-ACB3-19F110A6416B}" presName="space" presStyleCnt="0"/>
      <dgm:spPr/>
    </dgm:pt>
    <dgm:pt modelId="{89B12587-55A7-4737-8CAD-35568500D556}" type="pres">
      <dgm:prSet presAssocID="{45C8F515-B713-4C66-8FB6-804E76DD8C0A}" presName="composite" presStyleCnt="0"/>
      <dgm:spPr/>
    </dgm:pt>
    <dgm:pt modelId="{43E8F70D-58C6-4887-975F-5EA45AA306F9}" type="pres">
      <dgm:prSet presAssocID="{45C8F515-B713-4C66-8FB6-804E76DD8C0A}" presName="parTx" presStyleLbl="alignNode1" presStyleIdx="2" presStyleCnt="4">
        <dgm:presLayoutVars>
          <dgm:chMax val="0"/>
          <dgm:chPref val="0"/>
          <dgm:bulletEnabled val="1"/>
        </dgm:presLayoutVars>
      </dgm:prSet>
      <dgm:spPr/>
    </dgm:pt>
    <dgm:pt modelId="{3F88157F-CC7E-4176-8149-52E8314A5773}" type="pres">
      <dgm:prSet presAssocID="{45C8F515-B713-4C66-8FB6-804E76DD8C0A}" presName="desTx" presStyleLbl="alignAccFollowNode1" presStyleIdx="2" presStyleCnt="4">
        <dgm:presLayoutVars>
          <dgm:bulletEnabled val="1"/>
        </dgm:presLayoutVars>
      </dgm:prSet>
      <dgm:spPr/>
    </dgm:pt>
    <dgm:pt modelId="{FE7BBD7D-E391-4D54-A144-844AB88FAA89}" type="pres">
      <dgm:prSet presAssocID="{CEB08A4B-E958-40AC-8C3E-EBED68D1F113}" presName="space" presStyleCnt="0"/>
      <dgm:spPr/>
    </dgm:pt>
    <dgm:pt modelId="{032F4EEF-01C8-4728-86AF-0D61DD3EEC7C}" type="pres">
      <dgm:prSet presAssocID="{0F80FFD9-9398-4FE6-9640-F394E1AF623F}" presName="composite" presStyleCnt="0"/>
      <dgm:spPr/>
    </dgm:pt>
    <dgm:pt modelId="{40B05620-24A0-4ACC-80C7-78D42199BC45}" type="pres">
      <dgm:prSet presAssocID="{0F80FFD9-9398-4FE6-9640-F394E1AF623F}" presName="parTx" presStyleLbl="alignNode1" presStyleIdx="3" presStyleCnt="4">
        <dgm:presLayoutVars>
          <dgm:chMax val="0"/>
          <dgm:chPref val="0"/>
          <dgm:bulletEnabled val="1"/>
        </dgm:presLayoutVars>
      </dgm:prSet>
      <dgm:spPr/>
    </dgm:pt>
    <dgm:pt modelId="{3762E5F4-92B4-4DFE-8F00-724AC9C31FCA}" type="pres">
      <dgm:prSet presAssocID="{0F80FFD9-9398-4FE6-9640-F394E1AF623F}" presName="desTx" presStyleLbl="alignAccFollowNode1" presStyleIdx="3" presStyleCnt="4" custLinFactNeighborY="0">
        <dgm:presLayoutVars>
          <dgm:bulletEnabled val="1"/>
        </dgm:presLayoutVars>
      </dgm:prSet>
      <dgm:spPr/>
    </dgm:pt>
  </dgm:ptLst>
  <dgm:cxnLst>
    <dgm:cxn modelId="{636EDF00-A926-4FBC-A22E-8D3D7FE7333D}" type="presOf" srcId="{45C8F515-B713-4C66-8FB6-804E76DD8C0A}" destId="{43E8F70D-58C6-4887-975F-5EA45AA306F9}" srcOrd="0" destOrd="0" presId="urn:microsoft.com/office/officeart/2005/8/layout/hList1"/>
    <dgm:cxn modelId="{050E0C07-690E-4F69-BE0B-EF3421668EC9}" srcId="{71700336-1DC0-4CBD-BDDD-98774F0FF48D}" destId="{2AEB8D7B-2BC4-4A62-85B0-018AF3D8EA79}" srcOrd="5" destOrd="0" parTransId="{8C5372BD-086B-41B2-968E-D3DA1FEA533C}" sibTransId="{0D5C4799-0798-40A6-95C8-63A4FF9B5BF4}"/>
    <dgm:cxn modelId="{84A9FD11-AA12-466F-929F-75E04A098AC0}" type="presOf" srcId="{961764B5-1154-4B0C-BD8F-24A52C0AE11A}" destId="{8A1CEFD2-BB9D-49CD-A298-9EC24A933BE3}" srcOrd="0" destOrd="3" presId="urn:microsoft.com/office/officeart/2005/8/layout/hList1"/>
    <dgm:cxn modelId="{F8698F13-673C-4508-8152-F80DC3BF0CFD}" type="presOf" srcId="{0133A92A-227C-4E84-9DC1-35FBBEF09CAE}" destId="{3F88157F-CC7E-4176-8149-52E8314A5773}" srcOrd="0" destOrd="0" presId="urn:microsoft.com/office/officeart/2005/8/layout/hList1"/>
    <dgm:cxn modelId="{BB969D16-7E36-422A-86FD-C1030940A940}" type="presOf" srcId="{C0A1E41A-7440-4E70-AAA2-F8A8BA57B428}" destId="{8A1CEFD2-BB9D-49CD-A298-9EC24A933BE3}" srcOrd="0" destOrd="4" presId="urn:microsoft.com/office/officeart/2005/8/layout/hList1"/>
    <dgm:cxn modelId="{C5079117-B2A0-4AF1-BB22-F1D507D47692}" type="presOf" srcId="{0F80FFD9-9398-4FE6-9640-F394E1AF623F}" destId="{40B05620-24A0-4ACC-80C7-78D42199BC45}" srcOrd="0" destOrd="0" presId="urn:microsoft.com/office/officeart/2005/8/layout/hList1"/>
    <dgm:cxn modelId="{62082E28-90A6-4C72-8949-BA6E62A15997}" srcId="{71700336-1DC0-4CBD-BDDD-98774F0FF48D}" destId="{9199D9B1-9261-4890-8A75-B764D4A52B5A}" srcOrd="0" destOrd="0" parTransId="{87A4461C-3B00-41DA-9A14-E015412F0740}" sibTransId="{C062134F-ECD5-4DA4-BEBC-AACC750F2C0B}"/>
    <dgm:cxn modelId="{BE6F9929-A8B3-436D-B075-B1E393738499}" type="presOf" srcId="{71700336-1DC0-4CBD-BDDD-98774F0FF48D}" destId="{06A15E1E-5FE2-4190-A7E0-0E39E5C3D794}" srcOrd="0" destOrd="0" presId="urn:microsoft.com/office/officeart/2005/8/layout/hList1"/>
    <dgm:cxn modelId="{BF461165-C86B-4D82-B24C-FB33F3D66E8F}" srcId="{71700336-1DC0-4CBD-BDDD-98774F0FF48D}" destId="{AEA34D1C-9185-4E91-BB0C-B641BBB36D02}" srcOrd="7" destOrd="0" parTransId="{E989F5CF-E036-432A-80AE-8F0310BA0258}" sibTransId="{EAEBCE64-C5E4-490D-8444-E9317A9965EC}"/>
    <dgm:cxn modelId="{8B00BD47-5CE6-45B5-BCB8-D053B6B1BF09}" type="presOf" srcId="{CD22AE0C-491B-42FF-8FA4-8C4C5F256CA1}" destId="{8A1CEFD2-BB9D-49CD-A298-9EC24A933BE3}" srcOrd="0" destOrd="2" presId="urn:microsoft.com/office/officeart/2005/8/layout/hList1"/>
    <dgm:cxn modelId="{AA39E86A-3E32-465F-B382-AB3D523BE571}" srcId="{3D0387EC-C8F0-4C65-B212-F5BDBF327026}" destId="{45C8F515-B713-4C66-8FB6-804E76DD8C0A}" srcOrd="2" destOrd="0" parTransId="{0153521D-2D5E-4899-BDC4-96F0D98DE808}" sibTransId="{CEB08A4B-E958-40AC-8C3E-EBED68D1F113}"/>
    <dgm:cxn modelId="{47D84256-3983-40DA-803A-B697E05D54C7}" srcId="{DC262C10-FA9B-48D7-8A91-0CFC5E5F9EFC}" destId="{9DF7476D-D1A1-4F26-A641-FF1EAF0A3487}" srcOrd="0" destOrd="0" parTransId="{66EC3D0C-5F38-4B7C-88F2-3FF2F2BD05A6}" sibTransId="{59E7B37E-CF55-45C0-A284-810DE817B089}"/>
    <dgm:cxn modelId="{11CE387D-3712-4C70-90AD-77CCF5FBB9F8}" srcId="{0F80FFD9-9398-4FE6-9640-F394E1AF623F}" destId="{48F0C7AE-386B-44DE-BB0C-6F8C435236FC}" srcOrd="0" destOrd="0" parTransId="{2832D9B2-0F48-4DBA-A164-9B94A628D775}" sibTransId="{4E5FF868-F15D-4256-95F2-EE28A6113DA9}"/>
    <dgm:cxn modelId="{2184997D-741F-4330-AA29-768A258A9F8F}" type="presOf" srcId="{2AEB8D7B-2BC4-4A62-85B0-018AF3D8EA79}" destId="{8A1CEFD2-BB9D-49CD-A298-9EC24A933BE3}" srcOrd="0" destOrd="5" presId="urn:microsoft.com/office/officeart/2005/8/layout/hList1"/>
    <dgm:cxn modelId="{728B6B81-20C3-418E-85F3-266E10FDFE70}" type="presOf" srcId="{28C20D49-D57B-4B76-879A-8BAA00503B9A}" destId="{8A1CEFD2-BB9D-49CD-A298-9EC24A933BE3}" srcOrd="0" destOrd="6" presId="urn:microsoft.com/office/officeart/2005/8/layout/hList1"/>
    <dgm:cxn modelId="{1FAAFA8B-1C97-4EA3-B61E-3C1A3A114A87}" type="presOf" srcId="{2657AF4F-A8D8-43E3-9C3E-A26A68215F43}" destId="{8A1CEFD2-BB9D-49CD-A298-9EC24A933BE3}" srcOrd="0" destOrd="1" presId="urn:microsoft.com/office/officeart/2005/8/layout/hList1"/>
    <dgm:cxn modelId="{95DA7991-94FD-4FB2-A137-C4247988D716}" type="presOf" srcId="{DC262C10-FA9B-48D7-8A91-0CFC5E5F9EFC}" destId="{3C860CB2-75EF-40F7-8EB7-9D3D1C91EB4E}" srcOrd="0" destOrd="0" presId="urn:microsoft.com/office/officeart/2005/8/layout/hList1"/>
    <dgm:cxn modelId="{343FE097-07F5-4946-8564-5AC934825489}" srcId="{3D0387EC-C8F0-4C65-B212-F5BDBF327026}" destId="{0F80FFD9-9398-4FE6-9640-F394E1AF623F}" srcOrd="3" destOrd="0" parTransId="{46E186FE-3733-4DA2-B604-432D83CEA604}" sibTransId="{E9110AA8-C397-44A5-B777-D043BC87BDA6}"/>
    <dgm:cxn modelId="{F9CDE59D-DE86-4C8E-9D94-1CCA5D2DC459}" type="presOf" srcId="{3D0387EC-C8F0-4C65-B212-F5BDBF327026}" destId="{7983D40E-5B0D-41BF-BF99-762F35E5C0FD}" srcOrd="0" destOrd="0" presId="urn:microsoft.com/office/officeart/2005/8/layout/hList1"/>
    <dgm:cxn modelId="{A6F65DA1-A79F-4DDB-A678-D36DEEED17F6}" srcId="{3D0387EC-C8F0-4C65-B212-F5BDBF327026}" destId="{DC262C10-FA9B-48D7-8A91-0CFC5E5F9EFC}" srcOrd="0" destOrd="0" parTransId="{57E870BD-560C-4F14-BB1F-95208CF4FCED}" sibTransId="{089CF275-6843-411F-AC6C-794BB3D7446F}"/>
    <dgm:cxn modelId="{7A067EA4-EE16-468F-AAB0-640917F2B354}" srcId="{3D0387EC-C8F0-4C65-B212-F5BDBF327026}" destId="{71700336-1DC0-4CBD-BDDD-98774F0FF48D}" srcOrd="1" destOrd="0" parTransId="{33C64DF4-9B5D-478F-A62F-E9A1DB4283DD}" sibTransId="{EE3FA49A-1955-414F-ACB3-19F110A6416B}"/>
    <dgm:cxn modelId="{A27710B9-DEBC-4332-9AF7-21B757EDA879}" type="presOf" srcId="{48F0C7AE-386B-44DE-BB0C-6F8C435236FC}" destId="{3762E5F4-92B4-4DFE-8F00-724AC9C31FCA}" srcOrd="0" destOrd="0" presId="urn:microsoft.com/office/officeart/2005/8/layout/hList1"/>
    <dgm:cxn modelId="{C3DA3FC1-2EF0-4A05-AD69-F17F7293530B}" srcId="{71700336-1DC0-4CBD-BDDD-98774F0FF48D}" destId="{2657AF4F-A8D8-43E3-9C3E-A26A68215F43}" srcOrd="1" destOrd="0" parTransId="{EE4A0645-706D-4DEA-BE10-922439F4FEC3}" sibTransId="{E5016312-E73E-45E7-B9BF-84F3281D09B7}"/>
    <dgm:cxn modelId="{D94D9FC3-E63B-40F0-8539-448C0CB33EF4}" srcId="{71700336-1DC0-4CBD-BDDD-98774F0FF48D}" destId="{28C20D49-D57B-4B76-879A-8BAA00503B9A}" srcOrd="6" destOrd="0" parTransId="{7337CE68-5167-4155-8829-F181C609371B}" sibTransId="{E4703C20-0294-4A58-BE47-F841416F66C5}"/>
    <dgm:cxn modelId="{A73BDAC4-8A26-4318-A93D-D5F1351CB528}" srcId="{71700336-1DC0-4CBD-BDDD-98774F0FF48D}" destId="{C0A1E41A-7440-4E70-AAA2-F8A8BA57B428}" srcOrd="4" destOrd="0" parTransId="{74BDA9DC-8FCB-4EFA-AE1C-D6A1DD1FB79A}" sibTransId="{E6A9FEF4-1395-4CA1-8177-44993FC2F9E7}"/>
    <dgm:cxn modelId="{211BCCC9-E175-4EE8-A842-D3398DF98654}" type="presOf" srcId="{9199D9B1-9261-4890-8A75-B764D4A52B5A}" destId="{8A1CEFD2-BB9D-49CD-A298-9EC24A933BE3}" srcOrd="0" destOrd="0" presId="urn:microsoft.com/office/officeart/2005/8/layout/hList1"/>
    <dgm:cxn modelId="{474499D4-3588-40F9-B862-8435A6922CCA}" srcId="{71700336-1DC0-4CBD-BDDD-98774F0FF48D}" destId="{961764B5-1154-4B0C-BD8F-24A52C0AE11A}" srcOrd="3" destOrd="0" parTransId="{16D3F99B-A2E7-48E0-9D58-34C8EF532737}" sibTransId="{E18B1F00-7CDA-43AB-9EEC-FAD07C10CF97}"/>
    <dgm:cxn modelId="{A1914CD9-641C-445C-9237-85316DE66C10}" type="presOf" srcId="{9DF7476D-D1A1-4F26-A641-FF1EAF0A3487}" destId="{313BD006-CA77-48D5-93DC-7712DEC5CA60}" srcOrd="0" destOrd="0" presId="urn:microsoft.com/office/officeart/2005/8/layout/hList1"/>
    <dgm:cxn modelId="{ED6F70DB-9B36-4E06-BEEF-1C764CFDD81F}" type="presOf" srcId="{AEA34D1C-9185-4E91-BB0C-B641BBB36D02}" destId="{8A1CEFD2-BB9D-49CD-A298-9EC24A933BE3}" srcOrd="0" destOrd="7" presId="urn:microsoft.com/office/officeart/2005/8/layout/hList1"/>
    <dgm:cxn modelId="{85B055F6-8E54-4065-8300-250E5264E65C}" srcId="{71700336-1DC0-4CBD-BDDD-98774F0FF48D}" destId="{CD22AE0C-491B-42FF-8FA4-8C4C5F256CA1}" srcOrd="2" destOrd="0" parTransId="{3B14093B-77C2-44FA-BE48-E7BC16812744}" sibTransId="{9EDB319F-BC39-474F-82B1-37D974F60A92}"/>
    <dgm:cxn modelId="{5CB98FF9-9F17-4C46-9109-C4E53B238748}" srcId="{45C8F515-B713-4C66-8FB6-804E76DD8C0A}" destId="{0133A92A-227C-4E84-9DC1-35FBBEF09CAE}" srcOrd="0" destOrd="0" parTransId="{01E9D60B-8CF5-467B-8A42-BCE3D0EE5AA8}" sibTransId="{0906F960-7EA4-4301-8057-9F776D73D9DF}"/>
    <dgm:cxn modelId="{3DE360E6-429E-49F5-84E9-71B753742C62}" type="presParOf" srcId="{7983D40E-5B0D-41BF-BF99-762F35E5C0FD}" destId="{47073101-2A92-48C1-93F9-A76268B8E8EF}" srcOrd="0" destOrd="0" presId="urn:microsoft.com/office/officeart/2005/8/layout/hList1"/>
    <dgm:cxn modelId="{30FF725E-A675-4BE2-9BB1-60271250EC07}" type="presParOf" srcId="{47073101-2A92-48C1-93F9-A76268B8E8EF}" destId="{3C860CB2-75EF-40F7-8EB7-9D3D1C91EB4E}" srcOrd="0" destOrd="0" presId="urn:microsoft.com/office/officeart/2005/8/layout/hList1"/>
    <dgm:cxn modelId="{7B0E237D-1D42-42A8-9A6B-8A1FEBF844D8}" type="presParOf" srcId="{47073101-2A92-48C1-93F9-A76268B8E8EF}" destId="{313BD006-CA77-48D5-93DC-7712DEC5CA60}" srcOrd="1" destOrd="0" presId="urn:microsoft.com/office/officeart/2005/8/layout/hList1"/>
    <dgm:cxn modelId="{438B8C34-456B-4FDD-8229-E14E6FCCD214}" type="presParOf" srcId="{7983D40E-5B0D-41BF-BF99-762F35E5C0FD}" destId="{D848DB3B-F7A1-49E6-9ED3-43C8CF3C6C59}" srcOrd="1" destOrd="0" presId="urn:microsoft.com/office/officeart/2005/8/layout/hList1"/>
    <dgm:cxn modelId="{8820FA8F-D371-41DA-A825-F934DD512252}" type="presParOf" srcId="{7983D40E-5B0D-41BF-BF99-762F35E5C0FD}" destId="{47EE3118-0919-48EB-A5B0-3C8151E5DE9B}" srcOrd="2" destOrd="0" presId="urn:microsoft.com/office/officeart/2005/8/layout/hList1"/>
    <dgm:cxn modelId="{606883AA-C341-447B-BA11-0D511CD284DA}" type="presParOf" srcId="{47EE3118-0919-48EB-A5B0-3C8151E5DE9B}" destId="{06A15E1E-5FE2-4190-A7E0-0E39E5C3D794}" srcOrd="0" destOrd="0" presId="urn:microsoft.com/office/officeart/2005/8/layout/hList1"/>
    <dgm:cxn modelId="{8F0B6A6E-1C28-471F-8389-172BB49C9ABD}" type="presParOf" srcId="{47EE3118-0919-48EB-A5B0-3C8151E5DE9B}" destId="{8A1CEFD2-BB9D-49CD-A298-9EC24A933BE3}" srcOrd="1" destOrd="0" presId="urn:microsoft.com/office/officeart/2005/8/layout/hList1"/>
    <dgm:cxn modelId="{850A9EF3-03C1-4336-9EE1-4F626B235E5B}" type="presParOf" srcId="{7983D40E-5B0D-41BF-BF99-762F35E5C0FD}" destId="{5958CC82-B95F-442F-A30F-914FE05E4EF5}" srcOrd="3" destOrd="0" presId="urn:microsoft.com/office/officeart/2005/8/layout/hList1"/>
    <dgm:cxn modelId="{1B40A1E4-CF55-4E78-9156-E1E45090BEEF}" type="presParOf" srcId="{7983D40E-5B0D-41BF-BF99-762F35E5C0FD}" destId="{89B12587-55A7-4737-8CAD-35568500D556}" srcOrd="4" destOrd="0" presId="urn:microsoft.com/office/officeart/2005/8/layout/hList1"/>
    <dgm:cxn modelId="{82D7568E-5A6E-4146-885E-493A76BB89CE}" type="presParOf" srcId="{89B12587-55A7-4737-8CAD-35568500D556}" destId="{43E8F70D-58C6-4887-975F-5EA45AA306F9}" srcOrd="0" destOrd="0" presId="urn:microsoft.com/office/officeart/2005/8/layout/hList1"/>
    <dgm:cxn modelId="{F5047154-8E21-4F1E-A5EA-844376C6083B}" type="presParOf" srcId="{89B12587-55A7-4737-8CAD-35568500D556}" destId="{3F88157F-CC7E-4176-8149-52E8314A5773}" srcOrd="1" destOrd="0" presId="urn:microsoft.com/office/officeart/2005/8/layout/hList1"/>
    <dgm:cxn modelId="{F3028C47-5F40-4A16-899E-AD3E153AB62F}" type="presParOf" srcId="{7983D40E-5B0D-41BF-BF99-762F35E5C0FD}" destId="{FE7BBD7D-E391-4D54-A144-844AB88FAA89}" srcOrd="5" destOrd="0" presId="urn:microsoft.com/office/officeart/2005/8/layout/hList1"/>
    <dgm:cxn modelId="{088BF049-1EE9-4105-8CF5-975CA8BDC86A}" type="presParOf" srcId="{7983D40E-5B0D-41BF-BF99-762F35E5C0FD}" destId="{032F4EEF-01C8-4728-86AF-0D61DD3EEC7C}" srcOrd="6" destOrd="0" presId="urn:microsoft.com/office/officeart/2005/8/layout/hList1"/>
    <dgm:cxn modelId="{2C5D957E-1A3E-48D5-96D5-0BFAAB0A8B6B}" type="presParOf" srcId="{032F4EEF-01C8-4728-86AF-0D61DD3EEC7C}" destId="{40B05620-24A0-4ACC-80C7-78D42199BC45}" srcOrd="0" destOrd="0" presId="urn:microsoft.com/office/officeart/2005/8/layout/hList1"/>
    <dgm:cxn modelId="{F0DF83A9-1823-4854-998A-C7747C933149}" type="presParOf" srcId="{032F4EEF-01C8-4728-86AF-0D61DD3EEC7C}" destId="{3762E5F4-92B4-4DFE-8F00-724AC9C31FC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0C4BCC0-B152-4529-9028-CB469465383B}" type="doc">
      <dgm:prSet loTypeId="urn:microsoft.com/office/officeart/2005/8/layout/venn3" loCatId="relationship" qsTypeId="urn:microsoft.com/office/officeart/2005/8/quickstyle/3d3" qsCatId="3D" csTypeId="urn:microsoft.com/office/officeart/2005/8/colors/accent1_2" csCatId="accent1" phldr="1"/>
      <dgm:spPr/>
      <dgm:t>
        <a:bodyPr/>
        <a:lstStyle/>
        <a:p>
          <a:endParaRPr lang="es-MX"/>
        </a:p>
      </dgm:t>
    </dgm:pt>
    <dgm:pt modelId="{C7221C0B-E343-4B20-B076-19313E0FF3D7}">
      <dgm:prSet phldrT="[Texto]"/>
      <dgm:spPr>
        <a:solidFill>
          <a:srgbClr val="621333">
            <a:alpha val="50000"/>
          </a:srgbClr>
        </a:solidFill>
      </dgm:spPr>
      <dgm:t>
        <a:bodyPr/>
        <a:lstStyle/>
        <a:p>
          <a:r>
            <a:rPr lang="es-MX" noProof="0" dirty="0">
              <a:latin typeface="Noto Sans" panose="020B0502040504020204" pitchFamily="34" charset="0"/>
              <a:ea typeface="Noto Sans" panose="020B0502040504020204" pitchFamily="34" charset="0"/>
              <a:cs typeface="Noto Sans" panose="020B0502040504020204" pitchFamily="34" charset="0"/>
            </a:rPr>
            <a:t>I. Muerte del integrante</a:t>
          </a:r>
        </a:p>
      </dgm:t>
    </dgm:pt>
    <dgm:pt modelId="{AA22C146-4CAA-413D-880A-BCB2C5B82519}" type="parTrans" cxnId="{E623C5D1-730D-47CE-A40A-42E9D8482F83}">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0BCBCA4F-CC98-4B8A-A3CD-43173E711D18}" type="sibTrans" cxnId="{E623C5D1-730D-47CE-A40A-42E9D8482F83}">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6FFB09D6-57FE-4F00-91E0-844A9AD571E2}">
      <dgm:prSet phldrT="[Texto]"/>
      <dgm:spPr>
        <a:solidFill>
          <a:srgbClr val="621333">
            <a:alpha val="50000"/>
          </a:srgbClr>
        </a:solidFill>
      </dgm:spPr>
      <dgm:t>
        <a:bodyPr/>
        <a:lstStyle/>
        <a:p>
          <a:r>
            <a:rPr lang="es-MX" noProof="0" dirty="0">
              <a:latin typeface="Noto Sans" panose="020B0502040504020204" pitchFamily="34" charset="0"/>
              <a:ea typeface="Noto Sans" panose="020B0502040504020204" pitchFamily="34" charset="0"/>
              <a:cs typeface="Noto Sans" panose="020B0502040504020204" pitchFamily="34" charset="0"/>
            </a:rPr>
            <a:t>II. Separación voluntaria, mediante escrito dirigido a los miembros del Comité</a:t>
          </a:r>
        </a:p>
      </dgm:t>
    </dgm:pt>
    <dgm:pt modelId="{8917C4FE-9FFC-430E-B46A-D6EDD5E5B917}" type="parTrans" cxnId="{537B4776-A5E1-47A7-B1BF-85F8C934356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7D372982-95A5-4A2C-BF37-E5F00F9CB48B}" type="sibTrans" cxnId="{537B4776-A5E1-47A7-B1BF-85F8C934356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BF04D61C-0E57-46F0-90AA-A29EB0AAA762}">
      <dgm:prSet phldrT="[Texto]"/>
      <dgm:spPr>
        <a:solidFill>
          <a:srgbClr val="621333">
            <a:alpha val="50000"/>
          </a:srgbClr>
        </a:solidFill>
      </dgm:spPr>
      <dgm:t>
        <a:bodyPr/>
        <a:lstStyle/>
        <a:p>
          <a:r>
            <a:rPr lang="es-MX" noProof="0" dirty="0">
              <a:latin typeface="Noto Sans" panose="020B0502040504020204" pitchFamily="34" charset="0"/>
              <a:ea typeface="Noto Sans" panose="020B0502040504020204" pitchFamily="34" charset="0"/>
              <a:cs typeface="Noto Sans" panose="020B0502040504020204" pitchFamily="34" charset="0"/>
            </a:rPr>
            <a:t>III. Acuerdo del Comité tomado por mayoría de votos</a:t>
          </a:r>
        </a:p>
      </dgm:t>
    </dgm:pt>
    <dgm:pt modelId="{F2FDEFED-4941-45F7-B11A-A5E5455AABA8}" type="parTrans" cxnId="{DD9F71A6-EE13-4DB8-ABDC-CF74476B602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8A2D3F5C-BE14-4930-AD72-4316D02CA7C7}" type="sibTrans" cxnId="{DD9F71A6-EE13-4DB8-ABDC-CF74476B602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240554F9-1E25-41DC-B395-1D7C17195A1F}">
      <dgm:prSet phldrT="[Texto]"/>
      <dgm:spPr>
        <a:solidFill>
          <a:srgbClr val="621333">
            <a:alpha val="50000"/>
          </a:srgbClr>
        </a:solidFill>
      </dgm:spPr>
      <dgm:t>
        <a:bodyPr/>
        <a:lstStyle/>
        <a:p>
          <a:r>
            <a:rPr lang="es-MX" noProof="0" dirty="0">
              <a:latin typeface="Noto Sans" panose="020B0502040504020204" pitchFamily="34" charset="0"/>
              <a:ea typeface="Noto Sans" panose="020B0502040504020204" pitchFamily="34" charset="0"/>
              <a:cs typeface="Noto Sans" panose="020B0502040504020204" pitchFamily="34" charset="0"/>
            </a:rPr>
            <a:t>IV. Acuerdo de la mayoría de los beneficiarios del programa federal respectivo</a:t>
          </a:r>
        </a:p>
      </dgm:t>
    </dgm:pt>
    <dgm:pt modelId="{FFC8DF4D-159F-48DE-A9CB-6B9A94947747}" type="parTrans" cxnId="{6828499C-5A11-4958-A568-FBD3CFAB5D3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854341BB-2BC7-402D-8F51-AABC5C7134A9}" type="sibTrans" cxnId="{6828499C-5A11-4958-A568-FBD3CFAB5D39}">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C1BD7B9E-7E8D-4127-9015-AD884C0843CE}">
      <dgm:prSet phldrT="[Texto]"/>
      <dgm:spPr>
        <a:solidFill>
          <a:srgbClr val="621333">
            <a:alpha val="50000"/>
          </a:srgbClr>
        </a:solidFill>
      </dgm:spPr>
      <dgm:t>
        <a:bodyPr/>
        <a:lstStyle/>
        <a:p>
          <a:r>
            <a:rPr lang="es-MX" noProof="0" dirty="0">
              <a:latin typeface="Noto Sans" panose="020B0502040504020204" pitchFamily="34" charset="0"/>
              <a:ea typeface="Noto Sans" panose="020B0502040504020204" pitchFamily="34" charset="0"/>
              <a:cs typeface="Noto Sans" panose="020B0502040504020204" pitchFamily="34" charset="0"/>
            </a:rPr>
            <a:t>V. Pérdida del carácter de beneficiario</a:t>
          </a:r>
        </a:p>
      </dgm:t>
    </dgm:pt>
    <dgm:pt modelId="{986FCBE9-6774-43AD-B53B-63B9A6FFB287}" type="parTrans" cxnId="{98A98A23-0307-42E5-9DFB-F13787B35582}">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BA9C287D-FEF5-437F-A4BF-D908B0DD949A}" type="sibTrans" cxnId="{98A98A23-0307-42E5-9DFB-F13787B35582}">
      <dgm:prSet/>
      <dgm:spPr/>
      <dgm:t>
        <a:bodyPr/>
        <a:lstStyle/>
        <a:p>
          <a:endParaRPr lang="es-MX">
            <a:latin typeface="Noto Sans" panose="020B0502040504020204" pitchFamily="34" charset="0"/>
            <a:ea typeface="Noto Sans" panose="020B0502040504020204" pitchFamily="34" charset="0"/>
            <a:cs typeface="Noto Sans" panose="020B0502040504020204" pitchFamily="34" charset="0"/>
          </a:endParaRPr>
        </a:p>
      </dgm:t>
    </dgm:pt>
    <dgm:pt modelId="{4AE65F0B-41D1-4735-8759-77DBB8EB2309}" type="pres">
      <dgm:prSet presAssocID="{D0C4BCC0-B152-4529-9028-CB469465383B}" presName="Name0" presStyleCnt="0">
        <dgm:presLayoutVars>
          <dgm:dir/>
          <dgm:resizeHandles val="exact"/>
        </dgm:presLayoutVars>
      </dgm:prSet>
      <dgm:spPr/>
    </dgm:pt>
    <dgm:pt modelId="{597DB807-0C52-497A-A005-F57B131A9900}" type="pres">
      <dgm:prSet presAssocID="{C7221C0B-E343-4B20-B076-19313E0FF3D7}" presName="Name5" presStyleLbl="vennNode1" presStyleIdx="0" presStyleCnt="5">
        <dgm:presLayoutVars>
          <dgm:bulletEnabled val="1"/>
        </dgm:presLayoutVars>
      </dgm:prSet>
      <dgm:spPr/>
    </dgm:pt>
    <dgm:pt modelId="{4C4AB1B0-20C5-462F-8A88-FFD747B39EF7}" type="pres">
      <dgm:prSet presAssocID="{0BCBCA4F-CC98-4B8A-A3CD-43173E711D18}" presName="space" presStyleCnt="0"/>
      <dgm:spPr/>
    </dgm:pt>
    <dgm:pt modelId="{3ACCD62F-CB82-40D8-9B9B-157C2D07718A}" type="pres">
      <dgm:prSet presAssocID="{6FFB09D6-57FE-4F00-91E0-844A9AD571E2}" presName="Name5" presStyleLbl="vennNode1" presStyleIdx="1" presStyleCnt="5">
        <dgm:presLayoutVars>
          <dgm:bulletEnabled val="1"/>
        </dgm:presLayoutVars>
      </dgm:prSet>
      <dgm:spPr/>
    </dgm:pt>
    <dgm:pt modelId="{18D46CE9-D816-4763-9D20-535995598E0A}" type="pres">
      <dgm:prSet presAssocID="{7D372982-95A5-4A2C-BF37-E5F00F9CB48B}" presName="space" presStyleCnt="0"/>
      <dgm:spPr/>
    </dgm:pt>
    <dgm:pt modelId="{4E7CAD73-065C-4C60-9D3C-D204C41BF4E1}" type="pres">
      <dgm:prSet presAssocID="{BF04D61C-0E57-46F0-90AA-A29EB0AAA762}" presName="Name5" presStyleLbl="vennNode1" presStyleIdx="2" presStyleCnt="5">
        <dgm:presLayoutVars>
          <dgm:bulletEnabled val="1"/>
        </dgm:presLayoutVars>
      </dgm:prSet>
      <dgm:spPr/>
    </dgm:pt>
    <dgm:pt modelId="{51C1B13C-2AF5-4E1B-A9DD-452325BDEE86}" type="pres">
      <dgm:prSet presAssocID="{8A2D3F5C-BE14-4930-AD72-4316D02CA7C7}" presName="space" presStyleCnt="0"/>
      <dgm:spPr/>
    </dgm:pt>
    <dgm:pt modelId="{392C7DC8-102B-4017-A60D-6A0ECF3AF9B5}" type="pres">
      <dgm:prSet presAssocID="{240554F9-1E25-41DC-B395-1D7C17195A1F}" presName="Name5" presStyleLbl="vennNode1" presStyleIdx="3" presStyleCnt="5">
        <dgm:presLayoutVars>
          <dgm:bulletEnabled val="1"/>
        </dgm:presLayoutVars>
      </dgm:prSet>
      <dgm:spPr/>
    </dgm:pt>
    <dgm:pt modelId="{91C32302-8CBA-4D00-8BB2-D010FD273AD3}" type="pres">
      <dgm:prSet presAssocID="{854341BB-2BC7-402D-8F51-AABC5C7134A9}" presName="space" presStyleCnt="0"/>
      <dgm:spPr/>
    </dgm:pt>
    <dgm:pt modelId="{11CBC1E7-55A2-466F-BE2F-C5A032158741}" type="pres">
      <dgm:prSet presAssocID="{C1BD7B9E-7E8D-4127-9015-AD884C0843CE}" presName="Name5" presStyleLbl="vennNode1" presStyleIdx="4" presStyleCnt="5">
        <dgm:presLayoutVars>
          <dgm:bulletEnabled val="1"/>
        </dgm:presLayoutVars>
      </dgm:prSet>
      <dgm:spPr/>
    </dgm:pt>
  </dgm:ptLst>
  <dgm:cxnLst>
    <dgm:cxn modelId="{98A98A23-0307-42E5-9DFB-F13787B35582}" srcId="{D0C4BCC0-B152-4529-9028-CB469465383B}" destId="{C1BD7B9E-7E8D-4127-9015-AD884C0843CE}" srcOrd="4" destOrd="0" parTransId="{986FCBE9-6774-43AD-B53B-63B9A6FFB287}" sibTransId="{BA9C287D-FEF5-437F-A4BF-D908B0DD949A}"/>
    <dgm:cxn modelId="{211A1626-4624-4F69-9139-66BB775424A6}" type="presOf" srcId="{C7221C0B-E343-4B20-B076-19313E0FF3D7}" destId="{597DB807-0C52-497A-A005-F57B131A9900}" srcOrd="0" destOrd="0" presId="urn:microsoft.com/office/officeart/2005/8/layout/venn3"/>
    <dgm:cxn modelId="{DDE8B036-AF72-4BD7-8238-E5E2C7E22AE1}" type="presOf" srcId="{D0C4BCC0-B152-4529-9028-CB469465383B}" destId="{4AE65F0B-41D1-4735-8759-77DBB8EB2309}" srcOrd="0" destOrd="0" presId="urn:microsoft.com/office/officeart/2005/8/layout/venn3"/>
    <dgm:cxn modelId="{F661A84E-B7F1-4443-A458-423D7B6EC204}" type="presOf" srcId="{240554F9-1E25-41DC-B395-1D7C17195A1F}" destId="{392C7DC8-102B-4017-A60D-6A0ECF3AF9B5}" srcOrd="0" destOrd="0" presId="urn:microsoft.com/office/officeart/2005/8/layout/venn3"/>
    <dgm:cxn modelId="{537B4776-A5E1-47A7-B1BF-85F8C9343569}" srcId="{D0C4BCC0-B152-4529-9028-CB469465383B}" destId="{6FFB09D6-57FE-4F00-91E0-844A9AD571E2}" srcOrd="1" destOrd="0" parTransId="{8917C4FE-9FFC-430E-B46A-D6EDD5E5B917}" sibTransId="{7D372982-95A5-4A2C-BF37-E5F00F9CB48B}"/>
    <dgm:cxn modelId="{39F5F476-C91E-4A4C-A339-80560562AF57}" type="presOf" srcId="{BF04D61C-0E57-46F0-90AA-A29EB0AAA762}" destId="{4E7CAD73-065C-4C60-9D3C-D204C41BF4E1}" srcOrd="0" destOrd="0" presId="urn:microsoft.com/office/officeart/2005/8/layout/venn3"/>
    <dgm:cxn modelId="{F7DE2D9C-D5DD-43AA-B064-CA621F22BA06}" type="presOf" srcId="{6FFB09D6-57FE-4F00-91E0-844A9AD571E2}" destId="{3ACCD62F-CB82-40D8-9B9B-157C2D07718A}" srcOrd="0" destOrd="0" presId="urn:microsoft.com/office/officeart/2005/8/layout/venn3"/>
    <dgm:cxn modelId="{6828499C-5A11-4958-A568-FBD3CFAB5D39}" srcId="{D0C4BCC0-B152-4529-9028-CB469465383B}" destId="{240554F9-1E25-41DC-B395-1D7C17195A1F}" srcOrd="3" destOrd="0" parTransId="{FFC8DF4D-159F-48DE-A9CB-6B9A94947747}" sibTransId="{854341BB-2BC7-402D-8F51-AABC5C7134A9}"/>
    <dgm:cxn modelId="{DD9F71A6-EE13-4DB8-ABDC-CF74476B6029}" srcId="{D0C4BCC0-B152-4529-9028-CB469465383B}" destId="{BF04D61C-0E57-46F0-90AA-A29EB0AAA762}" srcOrd="2" destOrd="0" parTransId="{F2FDEFED-4941-45F7-B11A-A5E5455AABA8}" sibTransId="{8A2D3F5C-BE14-4930-AD72-4316D02CA7C7}"/>
    <dgm:cxn modelId="{E623C5D1-730D-47CE-A40A-42E9D8482F83}" srcId="{D0C4BCC0-B152-4529-9028-CB469465383B}" destId="{C7221C0B-E343-4B20-B076-19313E0FF3D7}" srcOrd="0" destOrd="0" parTransId="{AA22C146-4CAA-413D-880A-BCB2C5B82519}" sibTransId="{0BCBCA4F-CC98-4B8A-A3CD-43173E711D18}"/>
    <dgm:cxn modelId="{F0D413E4-86BA-492E-9C61-4712FBD17E3B}" type="presOf" srcId="{C1BD7B9E-7E8D-4127-9015-AD884C0843CE}" destId="{11CBC1E7-55A2-466F-BE2F-C5A032158741}" srcOrd="0" destOrd="0" presId="urn:microsoft.com/office/officeart/2005/8/layout/venn3"/>
    <dgm:cxn modelId="{44D8030C-230D-478A-8DFC-A587C6F3D1E1}" type="presParOf" srcId="{4AE65F0B-41D1-4735-8759-77DBB8EB2309}" destId="{597DB807-0C52-497A-A005-F57B131A9900}" srcOrd="0" destOrd="0" presId="urn:microsoft.com/office/officeart/2005/8/layout/venn3"/>
    <dgm:cxn modelId="{3158B655-6AC0-4CD6-90E2-0C05FABAFF54}" type="presParOf" srcId="{4AE65F0B-41D1-4735-8759-77DBB8EB2309}" destId="{4C4AB1B0-20C5-462F-8A88-FFD747B39EF7}" srcOrd="1" destOrd="0" presId="urn:microsoft.com/office/officeart/2005/8/layout/venn3"/>
    <dgm:cxn modelId="{C1F431D7-1BDF-421F-8FCF-7395A1117B8B}" type="presParOf" srcId="{4AE65F0B-41D1-4735-8759-77DBB8EB2309}" destId="{3ACCD62F-CB82-40D8-9B9B-157C2D07718A}" srcOrd="2" destOrd="0" presId="urn:microsoft.com/office/officeart/2005/8/layout/venn3"/>
    <dgm:cxn modelId="{11EAD232-F868-4318-93CB-DE75107FDDB6}" type="presParOf" srcId="{4AE65F0B-41D1-4735-8759-77DBB8EB2309}" destId="{18D46CE9-D816-4763-9D20-535995598E0A}" srcOrd="3" destOrd="0" presId="urn:microsoft.com/office/officeart/2005/8/layout/venn3"/>
    <dgm:cxn modelId="{6E125655-B6A4-498A-BEFD-2A9D974CE040}" type="presParOf" srcId="{4AE65F0B-41D1-4735-8759-77DBB8EB2309}" destId="{4E7CAD73-065C-4C60-9D3C-D204C41BF4E1}" srcOrd="4" destOrd="0" presId="urn:microsoft.com/office/officeart/2005/8/layout/venn3"/>
    <dgm:cxn modelId="{BB30F272-9ED8-4976-BEC0-EB6E668B805C}" type="presParOf" srcId="{4AE65F0B-41D1-4735-8759-77DBB8EB2309}" destId="{51C1B13C-2AF5-4E1B-A9DD-452325BDEE86}" srcOrd="5" destOrd="0" presId="urn:microsoft.com/office/officeart/2005/8/layout/venn3"/>
    <dgm:cxn modelId="{E434848A-A4AD-4C4F-B61D-B152898E264A}" type="presParOf" srcId="{4AE65F0B-41D1-4735-8759-77DBB8EB2309}" destId="{392C7DC8-102B-4017-A60D-6A0ECF3AF9B5}" srcOrd="6" destOrd="0" presId="urn:microsoft.com/office/officeart/2005/8/layout/venn3"/>
    <dgm:cxn modelId="{F980A471-6330-4BF9-8AB8-508220993FCE}" type="presParOf" srcId="{4AE65F0B-41D1-4735-8759-77DBB8EB2309}" destId="{91C32302-8CBA-4D00-8BB2-D010FD273AD3}" srcOrd="7" destOrd="0" presId="urn:microsoft.com/office/officeart/2005/8/layout/venn3"/>
    <dgm:cxn modelId="{ADC522D5-AD65-4059-A898-5EDDE20E4C8C}" type="presParOf" srcId="{4AE65F0B-41D1-4735-8759-77DBB8EB2309}" destId="{11CBC1E7-55A2-466F-BE2F-C5A032158741}" srcOrd="8"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6117CB9-A143-4E66-B520-A6872BE8301E}" type="doc">
      <dgm:prSet loTypeId="urn:microsoft.com/office/officeart/2005/8/layout/default" loCatId="list" qsTypeId="urn:microsoft.com/office/officeart/2005/8/quickstyle/3d1" qsCatId="3D" csTypeId="urn:microsoft.com/office/officeart/2005/8/colors/accent1_2" csCatId="accent1" phldr="1"/>
      <dgm:spPr/>
      <dgm:t>
        <a:bodyPr/>
        <a:lstStyle/>
        <a:p>
          <a:endParaRPr lang="es-MX"/>
        </a:p>
      </dgm:t>
    </dgm:pt>
    <dgm:pt modelId="{1E451320-D00B-41A2-95AB-D8659CA596DB}">
      <dgm:prSet phldrT="[Texto]" custT="1"/>
      <dgm:spPr>
        <a:solidFill>
          <a:srgbClr val="621333"/>
        </a:solidFill>
      </dgm:spPr>
      <dgm:t>
        <a:bodyPr/>
        <a:lstStyle/>
        <a:p>
          <a:pPr algn="ctr"/>
          <a:r>
            <a:rPr lang="es-MX" sz="1400" b="1" dirty="0">
              <a:ln>
                <a:noFill/>
              </a:ln>
              <a:solidFill>
                <a:schemeClr val="bg1"/>
              </a:solidFill>
              <a:effectLst/>
              <a:latin typeface="Noto Sans" panose="020B0502040504020204" pitchFamily="34" charset="0"/>
            </a:rPr>
            <a:t>Secretaría de Anticorrupción y Buen Gobierno</a:t>
          </a:r>
          <a:endParaRPr lang="es-MX" sz="1400" dirty="0">
            <a:ln>
              <a:noFill/>
            </a:ln>
            <a:solidFill>
              <a:schemeClr val="bg1"/>
            </a:solidFill>
            <a:effectLst/>
            <a:latin typeface="Arial" panose="020B0604020202020204" pitchFamily="34" charset="0"/>
          </a:endParaRPr>
        </a:p>
        <a:p>
          <a:pPr algn="just"/>
          <a:r>
            <a:rPr lang="es-MX" sz="1400" dirty="0">
              <a:ln>
                <a:noFill/>
              </a:ln>
              <a:solidFill>
                <a:schemeClr val="bg1"/>
              </a:solidFill>
              <a:effectLst/>
              <a:latin typeface="Noto Sans" panose="020B0502040504020204" pitchFamily="34" charset="0"/>
            </a:rPr>
            <a:t>Las denuncias podrán realizarse a través del Sistema Integral de Denuncias Ciudadanas (SIDEC) en la liga electrónica  </a:t>
          </a:r>
          <a:r>
            <a:rPr lang="es-MX" sz="1400" u="sng" dirty="0">
              <a:ln>
                <a:noFill/>
              </a:ln>
              <a:solidFill>
                <a:srgbClr val="AB8422"/>
              </a:solidFill>
              <a:effectLst/>
              <a:latin typeface="Noto Sans" panose="020B0502040504020204" pitchFamily="34" charset="0"/>
            </a:rPr>
            <a:t>https://sidec.buengobierno.gob.mx </a:t>
          </a:r>
          <a:r>
            <a:rPr lang="es-MX" sz="1400" dirty="0">
              <a:ln>
                <a:noFill/>
              </a:ln>
              <a:solidFill>
                <a:schemeClr val="bg1"/>
              </a:solidFill>
              <a:effectLst/>
              <a:latin typeface="Noto Sans" panose="020B0502040504020204" pitchFamily="34" charset="0"/>
            </a:rPr>
            <a:t>las 24 horas del día, los 365 días del año; o por escrito ante la Secretaría Anticorrupción y Buen Gobierno, ubicada en Avenida Insurgentes Sur 1735, Colonia Guadalupe Inn, C. P. 01020, Alcaldía Álvaro Obregón, Ciudad de México.</a:t>
          </a:r>
          <a:endParaRPr lang="es-MX" sz="1400" dirty="0">
            <a:ln>
              <a:noFill/>
            </a:ln>
            <a:solidFill>
              <a:schemeClr val="bg1"/>
            </a:solidFill>
            <a:effectLst/>
            <a:latin typeface="Arial" panose="020B0604020202020204" pitchFamily="34" charset="0"/>
          </a:endParaRPr>
        </a:p>
        <a:p>
          <a:pPr algn="just"/>
          <a:r>
            <a:rPr lang="es-MX" sz="1400" dirty="0">
              <a:ln>
                <a:noFill/>
              </a:ln>
              <a:solidFill>
                <a:schemeClr val="bg1"/>
              </a:solidFill>
              <a:effectLst/>
              <a:latin typeface="Noto Sans" panose="020B0502040504020204" pitchFamily="34" charset="0"/>
            </a:rPr>
            <a:t>En caso de requerir asesoría en la presentación de denuncias, podrán comunicarse a los teléfonos 55 2000 2000 y al número gratuito 800 112 87 00.</a:t>
          </a:r>
          <a:endParaRPr lang="es-MX" sz="1400" dirty="0">
            <a:solidFill>
              <a:schemeClr val="bg1"/>
            </a:solidFill>
          </a:endParaRPr>
        </a:p>
      </dgm:t>
    </dgm:pt>
    <dgm:pt modelId="{826EA890-2EBE-44ED-B254-B0D5BE57816A}" type="parTrans" cxnId="{73DF7162-A3DF-455C-AAD9-3A4CBD6C5048}">
      <dgm:prSet/>
      <dgm:spPr/>
      <dgm:t>
        <a:bodyPr/>
        <a:lstStyle/>
        <a:p>
          <a:endParaRPr lang="es-MX" sz="1400"/>
        </a:p>
      </dgm:t>
    </dgm:pt>
    <dgm:pt modelId="{CAB5ED41-5B82-4E72-851F-D56041A2385A}" type="sibTrans" cxnId="{73DF7162-A3DF-455C-AAD9-3A4CBD6C5048}">
      <dgm:prSet/>
      <dgm:spPr/>
      <dgm:t>
        <a:bodyPr/>
        <a:lstStyle/>
        <a:p>
          <a:endParaRPr lang="es-MX" sz="1400"/>
        </a:p>
      </dgm:t>
    </dgm:pt>
    <dgm:pt modelId="{6EE6685E-DC88-4D6B-84D4-E6B327F56795}">
      <dgm:prSet phldrT="[Texto]" custT="1"/>
      <dgm:spPr>
        <a:solidFill>
          <a:srgbClr val="621333"/>
        </a:solidFill>
      </dgm:spPr>
      <dgm:t>
        <a:bodyPr/>
        <a:lstStyle/>
        <a:p>
          <a:pPr algn="ctr"/>
          <a:r>
            <a:rPr lang="es-MX" sz="1400" b="1" dirty="0">
              <a:ln>
                <a:noFill/>
              </a:ln>
              <a:solidFill>
                <a:schemeClr val="bg1"/>
              </a:solidFill>
              <a:effectLst/>
              <a:latin typeface="Noto Sans" panose="020B0502040504020204" pitchFamily="34" charset="0"/>
            </a:rPr>
            <a:t>Subsecretaría de Educación Media Superior</a:t>
          </a:r>
          <a:endParaRPr lang="es-MX" sz="1400" dirty="0">
            <a:ln>
              <a:noFill/>
            </a:ln>
            <a:solidFill>
              <a:schemeClr val="bg1"/>
            </a:solidFill>
            <a:effectLst/>
            <a:latin typeface="Arial" panose="020B0604020202020204" pitchFamily="34" charset="0"/>
          </a:endParaRPr>
        </a:p>
        <a:p>
          <a:pPr algn="just"/>
          <a:r>
            <a:rPr lang="es-MX" sz="1400" dirty="0">
              <a:ln>
                <a:noFill/>
              </a:ln>
              <a:solidFill>
                <a:schemeClr val="bg1"/>
              </a:solidFill>
              <a:effectLst/>
              <a:latin typeface="Noto Sans" panose="020B0502040504020204" pitchFamily="34" charset="0"/>
            </a:rPr>
            <a:t>Las denuncias o quejas podrán realizarse en el portal institucional </a:t>
          </a:r>
          <a:r>
            <a:rPr lang="es-MX" sz="1400" u="sng" dirty="0">
              <a:ln>
                <a:noFill/>
              </a:ln>
              <a:solidFill>
                <a:srgbClr val="AB8422"/>
              </a:solidFill>
              <a:effectLst/>
              <a:latin typeface="Noto Sans" panose="020B0502040504020204" pitchFamily="34" charset="0"/>
            </a:rPr>
            <a:t>http://contraloriasocial.sems.gob.mx</a:t>
          </a:r>
          <a:r>
            <a:rPr lang="es-MX" sz="1400" dirty="0">
              <a:ln>
                <a:noFill/>
              </a:ln>
              <a:solidFill>
                <a:schemeClr val="bg1"/>
              </a:solidFill>
              <a:effectLst/>
              <a:latin typeface="Noto Sans" panose="020B0502040504020204" pitchFamily="34" charset="0"/>
            </a:rPr>
            <a:t>.</a:t>
          </a:r>
          <a:endParaRPr lang="es-MX" sz="1400" dirty="0">
            <a:solidFill>
              <a:schemeClr val="bg1"/>
            </a:solidFill>
          </a:endParaRPr>
        </a:p>
      </dgm:t>
    </dgm:pt>
    <dgm:pt modelId="{CD8948A2-AAE9-495E-94F2-3565B26F6E06}" type="parTrans" cxnId="{01C5A43A-5E29-4D00-B26B-A1D9D3C951D2}">
      <dgm:prSet/>
      <dgm:spPr/>
      <dgm:t>
        <a:bodyPr/>
        <a:lstStyle/>
        <a:p>
          <a:endParaRPr lang="es-MX" sz="1400"/>
        </a:p>
      </dgm:t>
    </dgm:pt>
    <dgm:pt modelId="{40247F1E-81D7-4099-869A-11D75E65AF7F}" type="sibTrans" cxnId="{01C5A43A-5E29-4D00-B26B-A1D9D3C951D2}">
      <dgm:prSet/>
      <dgm:spPr/>
      <dgm:t>
        <a:bodyPr/>
        <a:lstStyle/>
        <a:p>
          <a:endParaRPr lang="es-MX" sz="1400"/>
        </a:p>
      </dgm:t>
    </dgm:pt>
    <dgm:pt modelId="{7ABA6DE0-EB04-4392-96F2-E36B07FB132A}">
      <dgm:prSet phldrT="[Texto]" custT="1"/>
      <dgm:spPr>
        <a:solidFill>
          <a:srgbClr val="621333"/>
        </a:solidFill>
      </dgm:spPr>
      <dgm:t>
        <a:bodyPr/>
        <a:lstStyle/>
        <a:p>
          <a:pPr algn="ctr"/>
          <a:r>
            <a:rPr lang="es-MX" sz="1400" b="1" dirty="0">
              <a:ln>
                <a:noFill/>
              </a:ln>
              <a:solidFill>
                <a:schemeClr val="bg1"/>
              </a:solidFill>
              <a:effectLst/>
              <a:latin typeface="Noto Sans" panose="020B0502040504020204" pitchFamily="34" charset="0"/>
            </a:rPr>
            <a:t>Órgano Interno de Control</a:t>
          </a:r>
          <a:endParaRPr lang="es-MX" sz="1400" dirty="0">
            <a:ln>
              <a:noFill/>
            </a:ln>
            <a:solidFill>
              <a:schemeClr val="bg1"/>
            </a:solidFill>
            <a:effectLst/>
            <a:latin typeface="Arial" panose="020B0604020202020204" pitchFamily="34" charset="0"/>
          </a:endParaRPr>
        </a:p>
        <a:p>
          <a:pPr algn="just"/>
          <a:r>
            <a:rPr lang="es-MX" sz="1400" dirty="0">
              <a:ln>
                <a:noFill/>
              </a:ln>
              <a:solidFill>
                <a:schemeClr val="bg1"/>
              </a:solidFill>
              <a:effectLst/>
              <a:latin typeface="Noto Sans" panose="020B0502040504020204" pitchFamily="34" charset="0"/>
            </a:rPr>
            <a:t>Comunicarse a los teléfonos (01-55) 36 01 86 50 extensiones 66224, 66242, 66243 y 66244, y la lada sin costo 01-800-22-88-368 en un horario 9:00 a 15:00 y de 16:00 a 18:00 horas, de lunes a viernes o por correo electrónico a la dirección </a:t>
          </a:r>
          <a:r>
            <a:rPr lang="es-MX" sz="1400" u="sng" dirty="0">
              <a:ln>
                <a:noFill/>
              </a:ln>
              <a:solidFill>
                <a:srgbClr val="AB8422"/>
              </a:solidFill>
              <a:effectLst/>
              <a:latin typeface="Noto Sans" panose="020B0502040504020204" pitchFamily="34" charset="0"/>
            </a:rPr>
            <a:t>quejas@nube.sep.gob.mx</a:t>
          </a:r>
          <a:r>
            <a:rPr lang="es-MX" sz="1400" dirty="0">
              <a:ln>
                <a:noFill/>
              </a:ln>
              <a:solidFill>
                <a:schemeClr val="bg1"/>
              </a:solidFill>
              <a:effectLst/>
              <a:latin typeface="Noto Sans" panose="020B0502040504020204" pitchFamily="34" charset="0"/>
            </a:rPr>
            <a:t>.</a:t>
          </a:r>
          <a:endParaRPr lang="es-MX" sz="1400" dirty="0">
            <a:ln>
              <a:noFill/>
            </a:ln>
            <a:solidFill>
              <a:schemeClr val="bg1"/>
            </a:solidFill>
            <a:effectLst/>
            <a:latin typeface="Arial" panose="020B0604020202020204" pitchFamily="34" charset="0"/>
          </a:endParaRPr>
        </a:p>
        <a:p>
          <a:pPr algn="just"/>
          <a:r>
            <a:rPr lang="es-MX" sz="1400" dirty="0">
              <a:ln>
                <a:noFill/>
              </a:ln>
              <a:solidFill>
                <a:schemeClr val="bg1"/>
              </a:solidFill>
              <a:effectLst/>
              <a:latin typeface="Noto Sans" panose="020B0502040504020204" pitchFamily="34" charset="0"/>
            </a:rPr>
            <a:t>Acudir de manera personal al Área de Quejas de este Órgano Fiscalizador, ubicado en Avenida Universidad 1074, Colonia Xoco, C.P. 03330, Alcaldía Benito Juárez, Ciudad de México. Ingresar su escrito en la Oficialía de Partes Común, localizada en el referido domicilio de las 9:00 a 15:00 horas.</a:t>
          </a:r>
          <a:endParaRPr lang="es-MX" sz="1400" dirty="0">
            <a:solidFill>
              <a:schemeClr val="bg1"/>
            </a:solidFill>
          </a:endParaRPr>
        </a:p>
      </dgm:t>
    </dgm:pt>
    <dgm:pt modelId="{867238D8-1B81-448B-9300-CACC636F0CE2}" type="parTrans" cxnId="{4DDB6DB0-A2A9-4B4E-8317-277440774A45}">
      <dgm:prSet/>
      <dgm:spPr/>
      <dgm:t>
        <a:bodyPr/>
        <a:lstStyle/>
        <a:p>
          <a:endParaRPr lang="es-MX" sz="1400"/>
        </a:p>
      </dgm:t>
    </dgm:pt>
    <dgm:pt modelId="{E1C9BCD6-294A-475D-B56D-8C94B4ED7012}" type="sibTrans" cxnId="{4DDB6DB0-A2A9-4B4E-8317-277440774A45}">
      <dgm:prSet/>
      <dgm:spPr/>
      <dgm:t>
        <a:bodyPr/>
        <a:lstStyle/>
        <a:p>
          <a:endParaRPr lang="es-MX" sz="1400"/>
        </a:p>
      </dgm:t>
    </dgm:pt>
    <dgm:pt modelId="{1EFED497-3F2A-4669-8962-DAF32C065357}" type="pres">
      <dgm:prSet presAssocID="{96117CB9-A143-4E66-B520-A6872BE8301E}" presName="diagram" presStyleCnt="0">
        <dgm:presLayoutVars>
          <dgm:dir/>
          <dgm:resizeHandles val="exact"/>
        </dgm:presLayoutVars>
      </dgm:prSet>
      <dgm:spPr/>
    </dgm:pt>
    <dgm:pt modelId="{2BF2A629-48AE-4C5A-98F7-4274555D67F1}" type="pres">
      <dgm:prSet presAssocID="{1E451320-D00B-41A2-95AB-D8659CA596DB}" presName="node" presStyleLbl="node1" presStyleIdx="0" presStyleCnt="3" custScaleX="109802" custScaleY="72844" custLinFactNeighborX="10379" custLinFactNeighborY="-1085">
        <dgm:presLayoutVars>
          <dgm:bulletEnabled val="1"/>
        </dgm:presLayoutVars>
      </dgm:prSet>
      <dgm:spPr/>
    </dgm:pt>
    <dgm:pt modelId="{EA2C3043-EB28-45E9-9BA5-7FC4E8234FE5}" type="pres">
      <dgm:prSet presAssocID="{CAB5ED41-5B82-4E72-851F-D56041A2385A}" presName="sibTrans" presStyleCnt="0"/>
      <dgm:spPr/>
    </dgm:pt>
    <dgm:pt modelId="{9B98AAD6-2AA4-4FCE-887D-B043D1F3209F}" type="pres">
      <dgm:prSet presAssocID="{6EE6685E-DC88-4D6B-84D4-E6B327F56795}" presName="node" presStyleLbl="node1" presStyleIdx="1" presStyleCnt="3" custScaleY="33206" custLinFactX="21910" custLinFactY="-31895" custLinFactNeighborX="100000" custLinFactNeighborY="-100000">
        <dgm:presLayoutVars>
          <dgm:bulletEnabled val="1"/>
        </dgm:presLayoutVars>
      </dgm:prSet>
      <dgm:spPr/>
    </dgm:pt>
    <dgm:pt modelId="{282C06D7-0A50-46DD-B719-79C0F3A015AF}" type="pres">
      <dgm:prSet presAssocID="{40247F1E-81D7-4099-869A-11D75E65AF7F}" presName="sibTrans" presStyleCnt="0"/>
      <dgm:spPr/>
    </dgm:pt>
    <dgm:pt modelId="{3107EFED-F47B-4E89-821F-570D14510BF2}" type="pres">
      <dgm:prSet presAssocID="{7ABA6DE0-EB04-4392-96F2-E36B07FB132A}" presName="node" presStyleLbl="node1" presStyleIdx="2" presStyleCnt="3" custLinFactNeighborX="62853" custLinFactNeighborY="-50198">
        <dgm:presLayoutVars>
          <dgm:bulletEnabled val="1"/>
        </dgm:presLayoutVars>
      </dgm:prSet>
      <dgm:spPr/>
    </dgm:pt>
  </dgm:ptLst>
  <dgm:cxnLst>
    <dgm:cxn modelId="{01C5A43A-5E29-4D00-B26B-A1D9D3C951D2}" srcId="{96117CB9-A143-4E66-B520-A6872BE8301E}" destId="{6EE6685E-DC88-4D6B-84D4-E6B327F56795}" srcOrd="1" destOrd="0" parTransId="{CD8948A2-AAE9-495E-94F2-3565B26F6E06}" sibTransId="{40247F1E-81D7-4099-869A-11D75E65AF7F}"/>
    <dgm:cxn modelId="{73DF7162-A3DF-455C-AAD9-3A4CBD6C5048}" srcId="{96117CB9-A143-4E66-B520-A6872BE8301E}" destId="{1E451320-D00B-41A2-95AB-D8659CA596DB}" srcOrd="0" destOrd="0" parTransId="{826EA890-2EBE-44ED-B254-B0D5BE57816A}" sibTransId="{CAB5ED41-5B82-4E72-851F-D56041A2385A}"/>
    <dgm:cxn modelId="{E5322169-4269-434D-8E4B-DF9B3D07C3DF}" type="presOf" srcId="{6EE6685E-DC88-4D6B-84D4-E6B327F56795}" destId="{9B98AAD6-2AA4-4FCE-887D-B043D1F3209F}" srcOrd="0" destOrd="0" presId="urn:microsoft.com/office/officeart/2005/8/layout/default"/>
    <dgm:cxn modelId="{32CBF899-6785-475E-B3A4-2F6FD232F05C}" type="presOf" srcId="{1E451320-D00B-41A2-95AB-D8659CA596DB}" destId="{2BF2A629-48AE-4C5A-98F7-4274555D67F1}" srcOrd="0" destOrd="0" presId="urn:microsoft.com/office/officeart/2005/8/layout/default"/>
    <dgm:cxn modelId="{4DDB6DB0-A2A9-4B4E-8317-277440774A45}" srcId="{96117CB9-A143-4E66-B520-A6872BE8301E}" destId="{7ABA6DE0-EB04-4392-96F2-E36B07FB132A}" srcOrd="2" destOrd="0" parTransId="{867238D8-1B81-448B-9300-CACC636F0CE2}" sibTransId="{E1C9BCD6-294A-475D-B56D-8C94B4ED7012}"/>
    <dgm:cxn modelId="{82FD6BC1-98E2-44B8-AF9F-E9DD770E3E22}" type="presOf" srcId="{96117CB9-A143-4E66-B520-A6872BE8301E}" destId="{1EFED497-3F2A-4669-8962-DAF32C065357}" srcOrd="0" destOrd="0" presId="urn:microsoft.com/office/officeart/2005/8/layout/default"/>
    <dgm:cxn modelId="{E0AC90F7-0EEB-4FA3-A264-4122484D8B14}" type="presOf" srcId="{7ABA6DE0-EB04-4392-96F2-E36B07FB132A}" destId="{3107EFED-F47B-4E89-821F-570D14510BF2}" srcOrd="0" destOrd="0" presId="urn:microsoft.com/office/officeart/2005/8/layout/default"/>
    <dgm:cxn modelId="{3C3F7E7A-63A1-43A5-B143-DA9081F47F49}" type="presParOf" srcId="{1EFED497-3F2A-4669-8962-DAF32C065357}" destId="{2BF2A629-48AE-4C5A-98F7-4274555D67F1}" srcOrd="0" destOrd="0" presId="urn:microsoft.com/office/officeart/2005/8/layout/default"/>
    <dgm:cxn modelId="{364B2C16-43D0-4155-9D44-15A49097F9A5}" type="presParOf" srcId="{1EFED497-3F2A-4669-8962-DAF32C065357}" destId="{EA2C3043-EB28-45E9-9BA5-7FC4E8234FE5}" srcOrd="1" destOrd="0" presId="urn:microsoft.com/office/officeart/2005/8/layout/default"/>
    <dgm:cxn modelId="{098AE5B4-68E9-4BED-8993-C08B61D1B78D}" type="presParOf" srcId="{1EFED497-3F2A-4669-8962-DAF32C065357}" destId="{9B98AAD6-2AA4-4FCE-887D-B043D1F3209F}" srcOrd="2" destOrd="0" presId="urn:microsoft.com/office/officeart/2005/8/layout/default"/>
    <dgm:cxn modelId="{1848AEA6-632C-47B9-AA6F-2DA4C13EB59F}" type="presParOf" srcId="{1EFED497-3F2A-4669-8962-DAF32C065357}" destId="{282C06D7-0A50-46DD-B719-79C0F3A015AF}" srcOrd="3" destOrd="0" presId="urn:microsoft.com/office/officeart/2005/8/layout/default"/>
    <dgm:cxn modelId="{5BE58608-64AA-4A5B-B870-8058070BEE01}" type="presParOf" srcId="{1EFED497-3F2A-4669-8962-DAF32C065357}" destId="{3107EFED-F47B-4E89-821F-570D14510BF2}"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B8194-EC1F-45FF-BB21-2F7E873E9347}">
      <dsp:nvSpPr>
        <dsp:cNvPr id="0" name=""/>
        <dsp:cNvSpPr/>
      </dsp:nvSpPr>
      <dsp:spPr>
        <a:xfrm>
          <a:off x="1848703" y="0"/>
          <a:ext cx="1350762" cy="1350907"/>
        </a:xfrm>
        <a:prstGeom prst="circularArrow">
          <a:avLst>
            <a:gd name="adj1" fmla="val 10980"/>
            <a:gd name="adj2" fmla="val 1142322"/>
            <a:gd name="adj3" fmla="val 4500000"/>
            <a:gd name="adj4" fmla="val 10800000"/>
            <a:gd name="adj5" fmla="val 12500"/>
          </a:avLst>
        </a:prstGeom>
        <a:solidFill>
          <a:srgbClr val="E7D29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DC0CD-5FE7-43D5-9A4D-55F5D53A4E6F}">
      <dsp:nvSpPr>
        <dsp:cNvPr id="0" name=""/>
        <dsp:cNvSpPr/>
      </dsp:nvSpPr>
      <dsp:spPr>
        <a:xfrm>
          <a:off x="1261239" y="359493"/>
          <a:ext cx="2525183" cy="636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noProof="0" dirty="0">
              <a:latin typeface="Noto Sans" panose="020B0502040504020204" pitchFamily="34" charset="0"/>
              <a:ea typeface="Noto Sans" panose="020B0502040504020204" pitchFamily="34" charset="0"/>
              <a:cs typeface="Noto Sans" panose="020B0502040504020204" pitchFamily="34" charset="0"/>
            </a:rPr>
            <a:t>Ley General de Desarrollo Social</a:t>
          </a:r>
        </a:p>
      </dsp:txBody>
      <dsp:txXfrm>
        <a:off x="1261239" y="359493"/>
        <a:ext cx="2525183" cy="636031"/>
      </dsp:txXfrm>
    </dsp:sp>
    <dsp:sp modelId="{D4BE2F8A-C7C1-4C03-ADAF-9F68CE16FF39}">
      <dsp:nvSpPr>
        <dsp:cNvPr id="0" name=""/>
        <dsp:cNvSpPr/>
      </dsp:nvSpPr>
      <dsp:spPr>
        <a:xfrm>
          <a:off x="1473449" y="776425"/>
          <a:ext cx="1350762" cy="1350907"/>
        </a:xfrm>
        <a:prstGeom prst="leftCircularArrow">
          <a:avLst>
            <a:gd name="adj1" fmla="val 10980"/>
            <a:gd name="adj2" fmla="val 1142322"/>
            <a:gd name="adj3" fmla="val 6300000"/>
            <a:gd name="adj4" fmla="val 18900000"/>
            <a:gd name="adj5" fmla="val 12500"/>
          </a:avLst>
        </a:prstGeom>
        <a:solidFill>
          <a:srgbClr val="E7D29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4C0B29-00E7-4C1F-A604-A63EF3CEF469}">
      <dsp:nvSpPr>
        <dsp:cNvPr id="0" name=""/>
        <dsp:cNvSpPr/>
      </dsp:nvSpPr>
      <dsp:spPr>
        <a:xfrm>
          <a:off x="884465" y="1137460"/>
          <a:ext cx="2525183" cy="636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noProof="0" dirty="0">
              <a:latin typeface="Noto Sans" panose="020B0502040504020204" pitchFamily="34" charset="0"/>
              <a:ea typeface="Noto Sans" panose="020B0502040504020204" pitchFamily="34" charset="0"/>
              <a:cs typeface="Noto Sans" panose="020B0502040504020204" pitchFamily="34" charset="0"/>
            </a:rPr>
            <a:t>Reglamento de la Ley de Desarrollo Social</a:t>
          </a:r>
        </a:p>
      </dsp:txBody>
      <dsp:txXfrm>
        <a:off x="884465" y="1137460"/>
        <a:ext cx="2525183" cy="636031"/>
      </dsp:txXfrm>
    </dsp:sp>
    <dsp:sp modelId="{6736A244-6B1A-47A4-ACDB-60D992D76969}">
      <dsp:nvSpPr>
        <dsp:cNvPr id="0" name=""/>
        <dsp:cNvSpPr/>
      </dsp:nvSpPr>
      <dsp:spPr>
        <a:xfrm>
          <a:off x="1848703" y="1555419"/>
          <a:ext cx="1350762" cy="1350907"/>
        </a:xfrm>
        <a:prstGeom prst="circularArrow">
          <a:avLst>
            <a:gd name="adj1" fmla="val 10980"/>
            <a:gd name="adj2" fmla="val 1142322"/>
            <a:gd name="adj3" fmla="val 4500000"/>
            <a:gd name="adj4" fmla="val 13500000"/>
            <a:gd name="adj5" fmla="val 12500"/>
          </a:avLst>
        </a:prstGeom>
        <a:solidFill>
          <a:srgbClr val="E7D29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8B6EC1-E67C-47D1-B8D1-F017DB034A9D}">
      <dsp:nvSpPr>
        <dsp:cNvPr id="0" name=""/>
        <dsp:cNvSpPr/>
      </dsp:nvSpPr>
      <dsp:spPr>
        <a:xfrm>
          <a:off x="1261239" y="1914913"/>
          <a:ext cx="2525183" cy="636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noProof="0" dirty="0">
              <a:latin typeface="Noto Sans" panose="020B0502040504020204" pitchFamily="34" charset="0"/>
              <a:ea typeface="Noto Sans" panose="020B0502040504020204" pitchFamily="34" charset="0"/>
              <a:cs typeface="Noto Sans" panose="020B0502040504020204" pitchFamily="34" charset="0"/>
            </a:rPr>
            <a:t>Lineamientos para la Promoción y Operación de la Contraloría Social en los Programas Federales de Desarrollo Social</a:t>
          </a:r>
        </a:p>
      </dsp:txBody>
      <dsp:txXfrm>
        <a:off x="1261239" y="1914913"/>
        <a:ext cx="2525183" cy="636031"/>
      </dsp:txXfrm>
    </dsp:sp>
    <dsp:sp modelId="{58FA518A-FBF4-446B-915F-0AC3314FBB84}">
      <dsp:nvSpPr>
        <dsp:cNvPr id="0" name=""/>
        <dsp:cNvSpPr/>
      </dsp:nvSpPr>
      <dsp:spPr>
        <a:xfrm>
          <a:off x="1473449" y="2333386"/>
          <a:ext cx="1350762" cy="1350907"/>
        </a:xfrm>
        <a:prstGeom prst="leftCircularArrow">
          <a:avLst>
            <a:gd name="adj1" fmla="val 10980"/>
            <a:gd name="adj2" fmla="val 1142322"/>
            <a:gd name="adj3" fmla="val 6300000"/>
            <a:gd name="adj4" fmla="val 18900000"/>
            <a:gd name="adj5" fmla="val 12500"/>
          </a:avLst>
        </a:prstGeom>
        <a:solidFill>
          <a:srgbClr val="E7D29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ABB8C0-DD01-45DA-875F-EE19B928A0E1}">
      <dsp:nvSpPr>
        <dsp:cNvPr id="0" name=""/>
        <dsp:cNvSpPr/>
      </dsp:nvSpPr>
      <dsp:spPr>
        <a:xfrm>
          <a:off x="884465" y="2692879"/>
          <a:ext cx="2525183" cy="636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noProof="0" dirty="0">
              <a:latin typeface="Noto Sans" panose="020B0502040504020204" pitchFamily="34" charset="0"/>
              <a:ea typeface="Noto Sans" panose="020B0502040504020204" pitchFamily="34" charset="0"/>
              <a:cs typeface="Noto Sans" panose="020B0502040504020204" pitchFamily="34" charset="0"/>
            </a:rPr>
            <a:t>Criterios generales para la distribución de los recursos otorgados a través del Programa presupuestario U006</a:t>
          </a:r>
        </a:p>
      </dsp:txBody>
      <dsp:txXfrm>
        <a:off x="884465" y="2692879"/>
        <a:ext cx="2525183" cy="636031"/>
      </dsp:txXfrm>
    </dsp:sp>
    <dsp:sp modelId="{19A96606-FF89-43EA-A9FD-42EC7EF358F4}">
      <dsp:nvSpPr>
        <dsp:cNvPr id="0" name=""/>
        <dsp:cNvSpPr/>
      </dsp:nvSpPr>
      <dsp:spPr>
        <a:xfrm>
          <a:off x="1848703" y="3110325"/>
          <a:ext cx="1350762" cy="1350907"/>
        </a:xfrm>
        <a:prstGeom prst="circularArrow">
          <a:avLst>
            <a:gd name="adj1" fmla="val 10980"/>
            <a:gd name="adj2" fmla="val 1142322"/>
            <a:gd name="adj3" fmla="val 4500000"/>
            <a:gd name="adj4" fmla="val 13500000"/>
            <a:gd name="adj5" fmla="val 12500"/>
          </a:avLst>
        </a:prstGeom>
        <a:solidFill>
          <a:srgbClr val="E7D29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959106-D48F-4414-A9E9-B8530EE0995F}">
      <dsp:nvSpPr>
        <dsp:cNvPr id="0" name=""/>
        <dsp:cNvSpPr/>
      </dsp:nvSpPr>
      <dsp:spPr>
        <a:xfrm>
          <a:off x="1261239" y="3469819"/>
          <a:ext cx="2525183" cy="636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noProof="0" dirty="0">
              <a:latin typeface="Noto Sans" panose="020B0502040504020204" pitchFamily="34" charset="0"/>
              <a:ea typeface="Noto Sans" panose="020B0502040504020204" pitchFamily="34" charset="0"/>
              <a:cs typeface="Noto Sans" panose="020B0502040504020204" pitchFamily="34" charset="0"/>
            </a:rPr>
            <a:t>Anexo de Ejecución</a:t>
          </a:r>
        </a:p>
      </dsp:txBody>
      <dsp:txXfrm>
        <a:off x="1261239" y="3469819"/>
        <a:ext cx="2525183" cy="636031"/>
      </dsp:txXfrm>
    </dsp:sp>
    <dsp:sp modelId="{6A63E750-2B6A-445C-8FEE-075CD053CFB7}">
      <dsp:nvSpPr>
        <dsp:cNvPr id="0" name=""/>
        <dsp:cNvSpPr/>
      </dsp:nvSpPr>
      <dsp:spPr>
        <a:xfrm>
          <a:off x="1569733" y="3977188"/>
          <a:ext cx="1160474" cy="1161297"/>
        </a:xfrm>
        <a:prstGeom prst="blockArc">
          <a:avLst>
            <a:gd name="adj1" fmla="val 0"/>
            <a:gd name="adj2" fmla="val 18900000"/>
            <a:gd name="adj3" fmla="val 12740"/>
          </a:avLst>
        </a:prstGeom>
        <a:solidFill>
          <a:srgbClr val="E7D29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B2CF32-69BD-4E48-832F-4F0FD51B02B3}">
      <dsp:nvSpPr>
        <dsp:cNvPr id="0" name=""/>
        <dsp:cNvSpPr/>
      </dsp:nvSpPr>
      <dsp:spPr>
        <a:xfrm>
          <a:off x="884465" y="4247785"/>
          <a:ext cx="2525183" cy="636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noProof="0" dirty="0">
              <a:latin typeface="Noto Sans" panose="020B0502040504020204" pitchFamily="34" charset="0"/>
              <a:ea typeface="Noto Sans" panose="020B0502040504020204" pitchFamily="34" charset="0"/>
              <a:cs typeface="Noto Sans" panose="020B0502040504020204" pitchFamily="34" charset="0"/>
            </a:rPr>
            <a:t>Convenios de Apoyo Financiero</a:t>
          </a:r>
        </a:p>
      </dsp:txBody>
      <dsp:txXfrm>
        <a:off x="884465" y="4247785"/>
        <a:ext cx="2525183" cy="6360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D9FCA6-60FD-406D-9AF4-0997C85D0E70}">
      <dsp:nvSpPr>
        <dsp:cNvPr id="0" name=""/>
        <dsp:cNvSpPr/>
      </dsp:nvSpPr>
      <dsp:spPr>
        <a:xfrm>
          <a:off x="2417084" y="697159"/>
          <a:ext cx="339104" cy="91440"/>
        </a:xfrm>
        <a:custGeom>
          <a:avLst/>
          <a:gdLst/>
          <a:ahLst/>
          <a:cxnLst/>
          <a:rect l="0" t="0" r="0" b="0"/>
          <a:pathLst>
            <a:path>
              <a:moveTo>
                <a:pt x="0" y="45720"/>
              </a:moveTo>
              <a:lnTo>
                <a:pt x="339104" y="45720"/>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2577394" y="741028"/>
        <a:ext cx="18485" cy="3700"/>
      </dsp:txXfrm>
    </dsp:sp>
    <dsp:sp modelId="{68D80763-FD96-471B-BB1D-25039C046B75}">
      <dsp:nvSpPr>
        <dsp:cNvPr id="0" name=""/>
        <dsp:cNvSpPr/>
      </dsp:nvSpPr>
      <dsp:spPr>
        <a:xfrm>
          <a:off x="811471" y="260655"/>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just" defTabSz="488950">
            <a:lnSpc>
              <a:spcPct val="90000"/>
            </a:lnSpc>
            <a:spcBef>
              <a:spcPct val="0"/>
            </a:spcBef>
            <a:spcAft>
              <a:spcPct val="35000"/>
            </a:spcAft>
            <a:buNone/>
          </a:pPr>
          <a:r>
            <a:rPr lang="es-MX" sz="11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Solicitará sea designada a la persona servidora pública que será el enlace en la  CS. </a:t>
          </a:r>
        </a:p>
      </dsp:txBody>
      <dsp:txXfrm>
        <a:off x="811471" y="260655"/>
        <a:ext cx="1607412" cy="964447"/>
      </dsp:txXfrm>
    </dsp:sp>
    <dsp:sp modelId="{8FADE7DF-7CA3-4739-B72A-48F026DE84ED}">
      <dsp:nvSpPr>
        <dsp:cNvPr id="0" name=""/>
        <dsp:cNvSpPr/>
      </dsp:nvSpPr>
      <dsp:spPr>
        <a:xfrm>
          <a:off x="4723577" y="697159"/>
          <a:ext cx="339104" cy="91440"/>
        </a:xfrm>
        <a:custGeom>
          <a:avLst/>
          <a:gdLst/>
          <a:ahLst/>
          <a:cxnLst/>
          <a:rect l="0" t="0" r="0" b="0"/>
          <a:pathLst>
            <a:path>
              <a:moveTo>
                <a:pt x="0" y="45720"/>
              </a:moveTo>
              <a:lnTo>
                <a:pt x="339104" y="45720"/>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4883887" y="741028"/>
        <a:ext cx="18485" cy="3700"/>
      </dsp:txXfrm>
    </dsp:sp>
    <dsp:sp modelId="{F265E74A-9A8A-4DB2-A180-8AB11802F840}">
      <dsp:nvSpPr>
        <dsp:cNvPr id="0" name=""/>
        <dsp:cNvSpPr/>
      </dsp:nvSpPr>
      <dsp:spPr>
        <a:xfrm>
          <a:off x="2788589" y="5173"/>
          <a:ext cx="1936787" cy="1475412"/>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Diseñará, elaborará y entregará los documentos normativos de CS (Esquema, Guía Operativa y PATCS), a la unidad operativa competente de la Secretaría de Anticorrupción y Buen Gobierno.</a:t>
          </a:r>
        </a:p>
      </dsp:txBody>
      <dsp:txXfrm>
        <a:off x="2788589" y="5173"/>
        <a:ext cx="1936787" cy="1475412"/>
      </dsp:txXfrm>
    </dsp:sp>
    <dsp:sp modelId="{B29397EB-30AD-4BDE-B4A6-C14497CBE307}">
      <dsp:nvSpPr>
        <dsp:cNvPr id="0" name=""/>
        <dsp:cNvSpPr/>
      </dsp:nvSpPr>
      <dsp:spPr>
        <a:xfrm>
          <a:off x="6700695" y="697159"/>
          <a:ext cx="339104" cy="91440"/>
        </a:xfrm>
        <a:custGeom>
          <a:avLst/>
          <a:gdLst/>
          <a:ahLst/>
          <a:cxnLst/>
          <a:rect l="0" t="0" r="0" b="0"/>
          <a:pathLst>
            <a:path>
              <a:moveTo>
                <a:pt x="0" y="45720"/>
              </a:moveTo>
              <a:lnTo>
                <a:pt x="339104" y="45720"/>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6861005" y="741028"/>
        <a:ext cx="18485" cy="3700"/>
      </dsp:txXfrm>
    </dsp:sp>
    <dsp:sp modelId="{2D435FE4-B6C3-4C15-A320-E0329F070BD6}">
      <dsp:nvSpPr>
        <dsp:cNvPr id="0" name=""/>
        <dsp:cNvSpPr/>
      </dsp:nvSpPr>
      <dsp:spPr>
        <a:xfrm>
          <a:off x="5095082" y="260655"/>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Una vez validados, entregará los documentos normativos de CS a la instancia ejecutora respectiva.</a:t>
          </a:r>
        </a:p>
      </dsp:txBody>
      <dsp:txXfrm>
        <a:off x="5095082" y="260655"/>
        <a:ext cx="1607412" cy="964447"/>
      </dsp:txXfrm>
    </dsp:sp>
    <dsp:sp modelId="{82EDF827-35A0-4ADA-BCE4-F338C3DFD463}">
      <dsp:nvSpPr>
        <dsp:cNvPr id="0" name=""/>
        <dsp:cNvSpPr/>
      </dsp:nvSpPr>
      <dsp:spPr>
        <a:xfrm>
          <a:off x="8677813" y="697159"/>
          <a:ext cx="339104" cy="91440"/>
        </a:xfrm>
        <a:custGeom>
          <a:avLst/>
          <a:gdLst/>
          <a:ahLst/>
          <a:cxnLst/>
          <a:rect l="0" t="0" r="0" b="0"/>
          <a:pathLst>
            <a:path>
              <a:moveTo>
                <a:pt x="0" y="45720"/>
              </a:moveTo>
              <a:lnTo>
                <a:pt x="339104" y="45720"/>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8838123" y="741028"/>
        <a:ext cx="18485" cy="3700"/>
      </dsp:txXfrm>
    </dsp:sp>
    <dsp:sp modelId="{3068512B-61FF-4707-B0AF-0BC959384AB1}">
      <dsp:nvSpPr>
        <dsp:cNvPr id="0" name=""/>
        <dsp:cNvSpPr/>
      </dsp:nvSpPr>
      <dsp:spPr>
        <a:xfrm>
          <a:off x="7072200" y="260655"/>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Paralelo a lo anterior, publicará en su portal institucional los documentos normativos de CS validados.</a:t>
          </a:r>
        </a:p>
      </dsp:txBody>
      <dsp:txXfrm>
        <a:off x="7072200" y="260655"/>
        <a:ext cx="1607412" cy="964447"/>
      </dsp:txXfrm>
    </dsp:sp>
    <dsp:sp modelId="{56F79873-BD41-46C3-A62C-F0E0FF284D7F}">
      <dsp:nvSpPr>
        <dsp:cNvPr id="0" name=""/>
        <dsp:cNvSpPr/>
      </dsp:nvSpPr>
      <dsp:spPr>
        <a:xfrm>
          <a:off x="1615178" y="1223303"/>
          <a:ext cx="8237846" cy="594587"/>
        </a:xfrm>
        <a:custGeom>
          <a:avLst/>
          <a:gdLst/>
          <a:ahLst/>
          <a:cxnLst/>
          <a:rect l="0" t="0" r="0" b="0"/>
          <a:pathLst>
            <a:path>
              <a:moveTo>
                <a:pt x="8237846" y="0"/>
              </a:moveTo>
              <a:lnTo>
                <a:pt x="8237846" y="314393"/>
              </a:lnTo>
              <a:lnTo>
                <a:pt x="0" y="314393"/>
              </a:lnTo>
              <a:lnTo>
                <a:pt x="0" y="594587"/>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5527563" y="1518746"/>
        <a:ext cx="413076" cy="3700"/>
      </dsp:txXfrm>
    </dsp:sp>
    <dsp:sp modelId="{15BD67FD-9E0A-4C0C-AFB1-34C953803656}">
      <dsp:nvSpPr>
        <dsp:cNvPr id="0" name=""/>
        <dsp:cNvSpPr/>
      </dsp:nvSpPr>
      <dsp:spPr>
        <a:xfrm>
          <a:off x="9049318" y="260655"/>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Elaborará y asignará material de difusión y capacitación.</a:t>
          </a:r>
        </a:p>
      </dsp:txBody>
      <dsp:txXfrm>
        <a:off x="9049318" y="260655"/>
        <a:ext cx="1607412" cy="964447"/>
      </dsp:txXfrm>
    </dsp:sp>
    <dsp:sp modelId="{FD64E34F-4761-49F1-8733-3CA227280746}">
      <dsp:nvSpPr>
        <dsp:cNvPr id="0" name=""/>
        <dsp:cNvSpPr/>
      </dsp:nvSpPr>
      <dsp:spPr>
        <a:xfrm>
          <a:off x="2417084" y="2286794"/>
          <a:ext cx="339104" cy="91440"/>
        </a:xfrm>
        <a:custGeom>
          <a:avLst/>
          <a:gdLst/>
          <a:ahLst/>
          <a:cxnLst/>
          <a:rect l="0" t="0" r="0" b="0"/>
          <a:pathLst>
            <a:path>
              <a:moveTo>
                <a:pt x="0" y="45720"/>
              </a:moveTo>
              <a:lnTo>
                <a:pt x="339104" y="45720"/>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2577394" y="2330663"/>
        <a:ext cx="18485" cy="3700"/>
      </dsp:txXfrm>
    </dsp:sp>
    <dsp:sp modelId="{40EA151C-2B12-4E8F-8BC5-66D47031FECB}">
      <dsp:nvSpPr>
        <dsp:cNvPr id="0" name=""/>
        <dsp:cNvSpPr/>
      </dsp:nvSpPr>
      <dsp:spPr>
        <a:xfrm>
          <a:off x="811471" y="1850290"/>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Capacitará y asesorará a las personas servidoras públicas designadas como enlace por parte de las instancias ejecutoras.</a:t>
          </a:r>
        </a:p>
      </dsp:txBody>
      <dsp:txXfrm>
        <a:off x="811471" y="1850290"/>
        <a:ext cx="1607412" cy="964447"/>
      </dsp:txXfrm>
    </dsp:sp>
    <dsp:sp modelId="{A1DEF166-88DF-4458-83CE-EA6AFEC504C0}">
      <dsp:nvSpPr>
        <dsp:cNvPr id="0" name=""/>
        <dsp:cNvSpPr/>
      </dsp:nvSpPr>
      <dsp:spPr>
        <a:xfrm>
          <a:off x="4394202" y="2286794"/>
          <a:ext cx="339104" cy="91440"/>
        </a:xfrm>
        <a:custGeom>
          <a:avLst/>
          <a:gdLst/>
          <a:ahLst/>
          <a:cxnLst/>
          <a:rect l="0" t="0" r="0" b="0"/>
          <a:pathLst>
            <a:path>
              <a:moveTo>
                <a:pt x="0" y="45720"/>
              </a:moveTo>
              <a:lnTo>
                <a:pt x="339104" y="45720"/>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4554512" y="2330663"/>
        <a:ext cx="18485" cy="3700"/>
      </dsp:txXfrm>
    </dsp:sp>
    <dsp:sp modelId="{A05264B7-E8CC-425B-94FB-4E296F15F115}">
      <dsp:nvSpPr>
        <dsp:cNvPr id="0" name=""/>
        <dsp:cNvSpPr/>
      </dsp:nvSpPr>
      <dsp:spPr>
        <a:xfrm>
          <a:off x="2788589" y="1850290"/>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Asignará los materiales de difusión y capacitación a las instancias ejecutoras.</a:t>
          </a:r>
        </a:p>
      </dsp:txBody>
      <dsp:txXfrm>
        <a:off x="2788589" y="1850290"/>
        <a:ext cx="1607412" cy="964447"/>
      </dsp:txXfrm>
    </dsp:sp>
    <dsp:sp modelId="{F84A3DB0-CFF3-4A42-B2AF-5C4182E53B49}">
      <dsp:nvSpPr>
        <dsp:cNvPr id="0" name=""/>
        <dsp:cNvSpPr/>
      </dsp:nvSpPr>
      <dsp:spPr>
        <a:xfrm>
          <a:off x="6371320" y="2286794"/>
          <a:ext cx="339104" cy="91440"/>
        </a:xfrm>
        <a:custGeom>
          <a:avLst/>
          <a:gdLst/>
          <a:ahLst/>
          <a:cxnLst/>
          <a:rect l="0" t="0" r="0" b="0"/>
          <a:pathLst>
            <a:path>
              <a:moveTo>
                <a:pt x="0" y="45720"/>
              </a:moveTo>
              <a:lnTo>
                <a:pt x="339104" y="45720"/>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6531630" y="2330663"/>
        <a:ext cx="18485" cy="3700"/>
      </dsp:txXfrm>
    </dsp:sp>
    <dsp:sp modelId="{E3472F28-17DA-4675-9225-060404EABA9D}">
      <dsp:nvSpPr>
        <dsp:cNvPr id="0" name=""/>
        <dsp:cNvSpPr/>
      </dsp:nvSpPr>
      <dsp:spPr>
        <a:xfrm>
          <a:off x="4765707" y="1850290"/>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Aprobará los programas de trabajo elaborados por las instancias ejecutoras.</a:t>
          </a:r>
        </a:p>
      </dsp:txBody>
      <dsp:txXfrm>
        <a:off x="4765707" y="1850290"/>
        <a:ext cx="1607412" cy="964447"/>
      </dsp:txXfrm>
    </dsp:sp>
    <dsp:sp modelId="{51C34AF4-2E37-40CB-A2B9-6697D39496B1}">
      <dsp:nvSpPr>
        <dsp:cNvPr id="0" name=""/>
        <dsp:cNvSpPr/>
      </dsp:nvSpPr>
      <dsp:spPr>
        <a:xfrm>
          <a:off x="8348438" y="2286794"/>
          <a:ext cx="339104" cy="91440"/>
        </a:xfrm>
        <a:custGeom>
          <a:avLst/>
          <a:gdLst/>
          <a:ahLst/>
          <a:cxnLst/>
          <a:rect l="0" t="0" r="0" b="0"/>
          <a:pathLst>
            <a:path>
              <a:moveTo>
                <a:pt x="0" y="45720"/>
              </a:moveTo>
              <a:lnTo>
                <a:pt x="339104" y="45720"/>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8508748" y="2330663"/>
        <a:ext cx="18485" cy="3700"/>
      </dsp:txXfrm>
    </dsp:sp>
    <dsp:sp modelId="{31519B84-12CA-47FD-AD4E-3CCF63C74AA6}">
      <dsp:nvSpPr>
        <dsp:cNvPr id="0" name=""/>
        <dsp:cNvSpPr/>
      </dsp:nvSpPr>
      <dsp:spPr>
        <a:xfrm>
          <a:off x="6742825" y="1850290"/>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Elaborará el informe de resultados de CS.</a:t>
          </a:r>
        </a:p>
      </dsp:txBody>
      <dsp:txXfrm>
        <a:off x="6742825" y="1850290"/>
        <a:ext cx="1607412" cy="964447"/>
      </dsp:txXfrm>
    </dsp:sp>
    <dsp:sp modelId="{15280540-C1ED-42BE-81F8-43A4A043E995}">
      <dsp:nvSpPr>
        <dsp:cNvPr id="0" name=""/>
        <dsp:cNvSpPr/>
      </dsp:nvSpPr>
      <dsp:spPr>
        <a:xfrm>
          <a:off x="4205958" y="2812938"/>
          <a:ext cx="5519204" cy="325245"/>
        </a:xfrm>
        <a:custGeom>
          <a:avLst/>
          <a:gdLst/>
          <a:ahLst/>
          <a:cxnLst/>
          <a:rect l="0" t="0" r="0" b="0"/>
          <a:pathLst>
            <a:path>
              <a:moveTo>
                <a:pt x="5519204" y="0"/>
              </a:moveTo>
              <a:lnTo>
                <a:pt x="5519204" y="179722"/>
              </a:lnTo>
              <a:lnTo>
                <a:pt x="0" y="179722"/>
              </a:lnTo>
              <a:lnTo>
                <a:pt x="0" y="325245"/>
              </a:lnTo>
            </a:path>
          </a:pathLst>
        </a:custGeom>
        <a:noFill/>
        <a:ln w="9525" cap="flat" cmpd="sng" algn="ctr">
          <a:solidFill>
            <a:srgbClr val="621333"/>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s-MX" sz="1000" kern="120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6827294" y="2973710"/>
        <a:ext cx="276533" cy="3700"/>
      </dsp:txXfrm>
    </dsp:sp>
    <dsp:sp modelId="{22DA27F8-C517-4BE3-B78E-751CF96FC40C}">
      <dsp:nvSpPr>
        <dsp:cNvPr id="0" name=""/>
        <dsp:cNvSpPr/>
      </dsp:nvSpPr>
      <dsp:spPr>
        <a:xfrm>
          <a:off x="8719943" y="1850290"/>
          <a:ext cx="2010439"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Dará seguimiento a la captación, atención y canalización de denuncias, quejas y sugerencias que los comités o personas beneficiarias presenten.</a:t>
          </a:r>
        </a:p>
      </dsp:txBody>
      <dsp:txXfrm>
        <a:off x="8719943" y="1850290"/>
        <a:ext cx="2010439" cy="964447"/>
      </dsp:txXfrm>
    </dsp:sp>
    <dsp:sp modelId="{265377B5-4A1E-419F-A432-1949CDEC3C74}">
      <dsp:nvSpPr>
        <dsp:cNvPr id="0" name=""/>
        <dsp:cNvSpPr/>
      </dsp:nvSpPr>
      <dsp:spPr>
        <a:xfrm>
          <a:off x="3402251" y="3170583"/>
          <a:ext cx="1607412" cy="964447"/>
        </a:xfrm>
        <a:prstGeom prst="rect">
          <a:avLst/>
        </a:prstGeom>
        <a:solidFill>
          <a:srgbClr val="E7D29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just" defTabSz="444500">
            <a:lnSpc>
              <a:spcPct val="90000"/>
            </a:lnSpc>
            <a:spcBef>
              <a:spcPct val="0"/>
            </a:spcBef>
            <a:spcAft>
              <a:spcPct val="35000"/>
            </a:spcAft>
            <a:buNone/>
          </a:pPr>
          <a:r>
            <a:rPr lang="es-MX" sz="10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Registrará información en el Sistema Informático de la CS en el perfil de instancia normativa.</a:t>
          </a:r>
        </a:p>
      </dsp:txBody>
      <dsp:txXfrm>
        <a:off x="3402251" y="3170583"/>
        <a:ext cx="1607412" cy="9644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1184A-D441-4E22-9BA2-001A2E9D02A4}">
      <dsp:nvSpPr>
        <dsp:cNvPr id="0" name=""/>
        <dsp:cNvSpPr/>
      </dsp:nvSpPr>
      <dsp:spPr>
        <a:xfrm>
          <a:off x="2035028" y="1112163"/>
          <a:ext cx="434744" cy="91440"/>
        </a:xfrm>
        <a:custGeom>
          <a:avLst/>
          <a:gdLst/>
          <a:ahLst/>
          <a:cxnLst/>
          <a:rect l="0" t="0" r="0" b="0"/>
          <a:pathLst>
            <a:path>
              <a:moveTo>
                <a:pt x="0" y="45720"/>
              </a:moveTo>
              <a:lnTo>
                <a:pt x="434744" y="45720"/>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2240767" y="1155554"/>
        <a:ext cx="23267" cy="4657"/>
      </dsp:txXfrm>
    </dsp:sp>
    <dsp:sp modelId="{64A733FC-663C-49B1-818E-1F46A3A93DEB}">
      <dsp:nvSpPr>
        <dsp:cNvPr id="0" name=""/>
        <dsp:cNvSpPr/>
      </dsp:nvSpPr>
      <dsp:spPr>
        <a:xfrm>
          <a:off x="13591" y="550912"/>
          <a:ext cx="2023237" cy="1213942"/>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Designarán a la persona servidora pública que será su enlace en la CS.</a:t>
          </a:r>
        </a:p>
      </dsp:txBody>
      <dsp:txXfrm>
        <a:off x="13591" y="550912"/>
        <a:ext cx="2023237" cy="1213942"/>
      </dsp:txXfrm>
    </dsp:sp>
    <dsp:sp modelId="{D5541D8C-6686-482F-824C-C99E46541421}">
      <dsp:nvSpPr>
        <dsp:cNvPr id="0" name=""/>
        <dsp:cNvSpPr/>
      </dsp:nvSpPr>
      <dsp:spPr>
        <a:xfrm>
          <a:off x="4523610" y="1112163"/>
          <a:ext cx="434744" cy="91440"/>
        </a:xfrm>
        <a:custGeom>
          <a:avLst/>
          <a:gdLst/>
          <a:ahLst/>
          <a:cxnLst/>
          <a:rect l="0" t="0" r="0" b="0"/>
          <a:pathLst>
            <a:path>
              <a:moveTo>
                <a:pt x="0" y="45720"/>
              </a:moveTo>
              <a:lnTo>
                <a:pt x="434744" y="45720"/>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4729349" y="1155554"/>
        <a:ext cx="23267" cy="4657"/>
      </dsp:txXfrm>
    </dsp:sp>
    <dsp:sp modelId="{88A5FE4E-678D-4B48-9E6C-6EA7F310BACD}">
      <dsp:nvSpPr>
        <dsp:cNvPr id="0" name=""/>
        <dsp:cNvSpPr/>
      </dsp:nvSpPr>
      <dsp:spPr>
        <a:xfrm>
          <a:off x="2502173" y="550912"/>
          <a:ext cx="2023237" cy="1213942"/>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Elaborarán y registrará su programa de trabajo.</a:t>
          </a:r>
        </a:p>
      </dsp:txBody>
      <dsp:txXfrm>
        <a:off x="2502173" y="550912"/>
        <a:ext cx="2023237" cy="1213942"/>
      </dsp:txXfrm>
    </dsp:sp>
    <dsp:sp modelId="{524DA9D7-7AA4-4410-80E3-7429C3D06933}">
      <dsp:nvSpPr>
        <dsp:cNvPr id="0" name=""/>
        <dsp:cNvSpPr/>
      </dsp:nvSpPr>
      <dsp:spPr>
        <a:xfrm>
          <a:off x="7012192" y="1112163"/>
          <a:ext cx="434744" cy="91440"/>
        </a:xfrm>
        <a:custGeom>
          <a:avLst/>
          <a:gdLst/>
          <a:ahLst/>
          <a:cxnLst/>
          <a:rect l="0" t="0" r="0" b="0"/>
          <a:pathLst>
            <a:path>
              <a:moveTo>
                <a:pt x="0" y="45720"/>
              </a:moveTo>
              <a:lnTo>
                <a:pt x="434744" y="45720"/>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7217930" y="1155554"/>
        <a:ext cx="23267" cy="4657"/>
      </dsp:txXfrm>
    </dsp:sp>
    <dsp:sp modelId="{60BED180-D4FD-4255-8975-D322642A6F78}">
      <dsp:nvSpPr>
        <dsp:cNvPr id="0" name=""/>
        <dsp:cNvSpPr/>
      </dsp:nvSpPr>
      <dsp:spPr>
        <a:xfrm>
          <a:off x="4990754" y="550912"/>
          <a:ext cx="2023237" cy="1213942"/>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Promoverán la constitución de los comités de CS.</a:t>
          </a:r>
        </a:p>
      </dsp:txBody>
      <dsp:txXfrm>
        <a:off x="4990754" y="550912"/>
        <a:ext cx="2023237" cy="1213942"/>
      </dsp:txXfrm>
    </dsp:sp>
    <dsp:sp modelId="{302B2A56-613A-4992-A5E2-CD681820B9DD}">
      <dsp:nvSpPr>
        <dsp:cNvPr id="0" name=""/>
        <dsp:cNvSpPr/>
      </dsp:nvSpPr>
      <dsp:spPr>
        <a:xfrm>
          <a:off x="9500773" y="1112163"/>
          <a:ext cx="434744" cy="91440"/>
        </a:xfrm>
        <a:custGeom>
          <a:avLst/>
          <a:gdLst/>
          <a:ahLst/>
          <a:cxnLst/>
          <a:rect l="0" t="0" r="0" b="0"/>
          <a:pathLst>
            <a:path>
              <a:moveTo>
                <a:pt x="0" y="45720"/>
              </a:moveTo>
              <a:lnTo>
                <a:pt x="434744" y="45720"/>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9706512" y="1155554"/>
        <a:ext cx="23267" cy="4657"/>
      </dsp:txXfrm>
    </dsp:sp>
    <dsp:sp modelId="{E0E81A1E-F29B-49B7-B000-5C374282AA68}">
      <dsp:nvSpPr>
        <dsp:cNvPr id="0" name=""/>
        <dsp:cNvSpPr/>
      </dsp:nvSpPr>
      <dsp:spPr>
        <a:xfrm>
          <a:off x="7479336" y="550912"/>
          <a:ext cx="2023237" cy="1213942"/>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Capacitarán y asesorarán a quienes integren los comités de CS.</a:t>
          </a:r>
        </a:p>
      </dsp:txBody>
      <dsp:txXfrm>
        <a:off x="7479336" y="550912"/>
        <a:ext cx="2023237" cy="1213942"/>
      </dsp:txXfrm>
    </dsp:sp>
    <dsp:sp modelId="{BDE8EDAD-500B-40A3-B23E-B8E60B2BAA92}">
      <dsp:nvSpPr>
        <dsp:cNvPr id="0" name=""/>
        <dsp:cNvSpPr/>
      </dsp:nvSpPr>
      <dsp:spPr>
        <a:xfrm>
          <a:off x="1025210" y="1763054"/>
          <a:ext cx="9954326" cy="522882"/>
        </a:xfrm>
        <a:custGeom>
          <a:avLst/>
          <a:gdLst/>
          <a:ahLst/>
          <a:cxnLst/>
          <a:rect l="0" t="0" r="0" b="0"/>
          <a:pathLst>
            <a:path>
              <a:moveTo>
                <a:pt x="9954326" y="0"/>
              </a:moveTo>
              <a:lnTo>
                <a:pt x="9954326" y="278541"/>
              </a:lnTo>
              <a:lnTo>
                <a:pt x="0" y="278541"/>
              </a:lnTo>
              <a:lnTo>
                <a:pt x="0" y="522882"/>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a:solidFill>
              <a:schemeClr val="tx1"/>
            </a:solidFill>
            <a:latin typeface="Noto Sans" panose="020B0502040504020204" pitchFamily="34" charset="0"/>
            <a:ea typeface="Noto Sans" panose="020B0502040504020204" pitchFamily="34" charset="0"/>
            <a:cs typeface="Noto Sans" panose="020B0502040504020204" pitchFamily="34" charset="0"/>
          </a:endParaRPr>
        </a:p>
      </dsp:txBody>
      <dsp:txXfrm>
        <a:off x="5753130" y="2022166"/>
        <a:ext cx="498485" cy="4657"/>
      </dsp:txXfrm>
    </dsp:sp>
    <dsp:sp modelId="{2FDD6674-6D19-4D47-A527-207804C77299}">
      <dsp:nvSpPr>
        <dsp:cNvPr id="0" name=""/>
        <dsp:cNvSpPr/>
      </dsp:nvSpPr>
      <dsp:spPr>
        <a:xfrm>
          <a:off x="9967918" y="550912"/>
          <a:ext cx="2023237" cy="1213942"/>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Elaborarán y entregarán material de capacitación y difusión a los comités de CS.</a:t>
          </a:r>
        </a:p>
      </dsp:txBody>
      <dsp:txXfrm>
        <a:off x="9967918" y="550912"/>
        <a:ext cx="2023237" cy="1213942"/>
      </dsp:txXfrm>
    </dsp:sp>
    <dsp:sp modelId="{6F2CD504-BA33-4A15-B1FC-85E274F10F1D}">
      <dsp:nvSpPr>
        <dsp:cNvPr id="0" name=""/>
        <dsp:cNvSpPr/>
      </dsp:nvSpPr>
      <dsp:spPr>
        <a:xfrm>
          <a:off x="2035028" y="2936704"/>
          <a:ext cx="434744" cy="91440"/>
        </a:xfrm>
        <a:custGeom>
          <a:avLst/>
          <a:gdLst/>
          <a:ahLst/>
          <a:cxnLst/>
          <a:rect l="0" t="0" r="0" b="0"/>
          <a:pathLst>
            <a:path>
              <a:moveTo>
                <a:pt x="0" y="45720"/>
              </a:moveTo>
              <a:lnTo>
                <a:pt x="434744" y="45720"/>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Noto Sans" panose="020B0502040504020204" pitchFamily="34" charset="0"/>
            <a:ea typeface="Noto Sans" panose="020B0502040504020204" pitchFamily="34" charset="0"/>
            <a:cs typeface="Noto Sans" panose="020B0502040504020204" pitchFamily="34" charset="0"/>
          </a:endParaRPr>
        </a:p>
      </dsp:txBody>
      <dsp:txXfrm>
        <a:off x="2240767" y="2980095"/>
        <a:ext cx="23267" cy="4657"/>
      </dsp:txXfrm>
    </dsp:sp>
    <dsp:sp modelId="{F369CD50-B9F3-44DA-B404-4842E114618E}">
      <dsp:nvSpPr>
        <dsp:cNvPr id="0" name=""/>
        <dsp:cNvSpPr/>
      </dsp:nvSpPr>
      <dsp:spPr>
        <a:xfrm>
          <a:off x="13591" y="2318337"/>
          <a:ext cx="2023237" cy="1328174"/>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Realizarán reuniones con las personas beneficiarias e integrantes de los comités de CS.</a:t>
          </a:r>
        </a:p>
      </dsp:txBody>
      <dsp:txXfrm>
        <a:off x="13591" y="2318337"/>
        <a:ext cx="2023237" cy="1328174"/>
      </dsp:txXfrm>
    </dsp:sp>
    <dsp:sp modelId="{BFC97771-4637-4056-AFFE-B18629F7E762}">
      <dsp:nvSpPr>
        <dsp:cNvPr id="0" name=""/>
        <dsp:cNvSpPr/>
      </dsp:nvSpPr>
      <dsp:spPr>
        <a:xfrm>
          <a:off x="4523610" y="2936704"/>
          <a:ext cx="434744" cy="91440"/>
        </a:xfrm>
        <a:custGeom>
          <a:avLst/>
          <a:gdLst/>
          <a:ahLst/>
          <a:cxnLst/>
          <a:rect l="0" t="0" r="0" b="0"/>
          <a:pathLst>
            <a:path>
              <a:moveTo>
                <a:pt x="0" y="45720"/>
              </a:moveTo>
              <a:lnTo>
                <a:pt x="434744" y="45720"/>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Noto Sans" panose="020B0502040504020204" pitchFamily="34" charset="0"/>
            <a:ea typeface="Noto Sans" panose="020B0502040504020204" pitchFamily="34" charset="0"/>
            <a:cs typeface="Noto Sans" panose="020B0502040504020204" pitchFamily="34" charset="0"/>
          </a:endParaRPr>
        </a:p>
      </dsp:txBody>
      <dsp:txXfrm>
        <a:off x="4729349" y="2980095"/>
        <a:ext cx="23267" cy="4657"/>
      </dsp:txXfrm>
    </dsp:sp>
    <dsp:sp modelId="{F9CE0E64-42B2-4354-897A-1C0D5884A054}">
      <dsp:nvSpPr>
        <dsp:cNvPr id="0" name=""/>
        <dsp:cNvSpPr/>
      </dsp:nvSpPr>
      <dsp:spPr>
        <a:xfrm>
          <a:off x="2502173" y="2375453"/>
          <a:ext cx="2023237" cy="1213942"/>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Compilarán los informes del comité de CS.</a:t>
          </a:r>
        </a:p>
      </dsp:txBody>
      <dsp:txXfrm>
        <a:off x="2502173" y="2375453"/>
        <a:ext cx="2023237" cy="1213942"/>
      </dsp:txXfrm>
    </dsp:sp>
    <dsp:sp modelId="{AB3210AB-D528-4249-82BE-082ECF3A7E21}">
      <dsp:nvSpPr>
        <dsp:cNvPr id="0" name=""/>
        <dsp:cNvSpPr/>
      </dsp:nvSpPr>
      <dsp:spPr>
        <a:xfrm>
          <a:off x="7012192" y="2936704"/>
          <a:ext cx="434744" cy="91440"/>
        </a:xfrm>
        <a:custGeom>
          <a:avLst/>
          <a:gdLst/>
          <a:ahLst/>
          <a:cxnLst/>
          <a:rect l="0" t="0" r="0" b="0"/>
          <a:pathLst>
            <a:path>
              <a:moveTo>
                <a:pt x="0" y="45720"/>
              </a:moveTo>
              <a:lnTo>
                <a:pt x="434744" y="45720"/>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Noto Sans" panose="020B0502040504020204" pitchFamily="34" charset="0"/>
            <a:ea typeface="Noto Sans" panose="020B0502040504020204" pitchFamily="34" charset="0"/>
            <a:cs typeface="Noto Sans" panose="020B0502040504020204" pitchFamily="34" charset="0"/>
          </a:endParaRPr>
        </a:p>
      </dsp:txBody>
      <dsp:txXfrm>
        <a:off x="7217930" y="2980095"/>
        <a:ext cx="23267" cy="4657"/>
      </dsp:txXfrm>
    </dsp:sp>
    <dsp:sp modelId="{3D5F4593-606C-498E-B228-83E99A82B457}">
      <dsp:nvSpPr>
        <dsp:cNvPr id="0" name=""/>
        <dsp:cNvSpPr/>
      </dsp:nvSpPr>
      <dsp:spPr>
        <a:xfrm>
          <a:off x="4990754" y="2230199"/>
          <a:ext cx="2023237" cy="1504450"/>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Captarán y canalizarán las denuncias, quejas y sugerencias que presenten los comités o personas beneficiarias.</a:t>
          </a:r>
        </a:p>
      </dsp:txBody>
      <dsp:txXfrm>
        <a:off x="4990754" y="2230199"/>
        <a:ext cx="2023237" cy="1504450"/>
      </dsp:txXfrm>
    </dsp:sp>
    <dsp:sp modelId="{7B17DF2B-1719-4CB2-9FCF-060A9F57CBCF}">
      <dsp:nvSpPr>
        <dsp:cNvPr id="0" name=""/>
        <dsp:cNvSpPr/>
      </dsp:nvSpPr>
      <dsp:spPr>
        <a:xfrm>
          <a:off x="9500773" y="2936704"/>
          <a:ext cx="434744" cy="91440"/>
        </a:xfrm>
        <a:custGeom>
          <a:avLst/>
          <a:gdLst/>
          <a:ahLst/>
          <a:cxnLst/>
          <a:rect l="0" t="0" r="0" b="0"/>
          <a:pathLst>
            <a:path>
              <a:moveTo>
                <a:pt x="0" y="45720"/>
              </a:moveTo>
              <a:lnTo>
                <a:pt x="434744" y="45720"/>
              </a:lnTo>
            </a:path>
          </a:pathLst>
        </a:custGeom>
        <a:noFill/>
        <a:ln w="9525" cap="flat" cmpd="sng" algn="ctr">
          <a:solidFill>
            <a:srgbClr val="621333">
              <a:alpha val="90000"/>
            </a:srgb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Noto Sans" panose="020B0502040504020204" pitchFamily="34" charset="0"/>
            <a:ea typeface="Noto Sans" panose="020B0502040504020204" pitchFamily="34" charset="0"/>
            <a:cs typeface="Noto Sans" panose="020B0502040504020204" pitchFamily="34" charset="0"/>
          </a:endParaRPr>
        </a:p>
      </dsp:txBody>
      <dsp:txXfrm>
        <a:off x="9706512" y="2980095"/>
        <a:ext cx="23267" cy="4657"/>
      </dsp:txXfrm>
    </dsp:sp>
    <dsp:sp modelId="{61EC8EAC-9758-46E9-BCDE-A89DCC25D97C}">
      <dsp:nvSpPr>
        <dsp:cNvPr id="0" name=""/>
        <dsp:cNvSpPr/>
      </dsp:nvSpPr>
      <dsp:spPr>
        <a:xfrm>
          <a:off x="7479336" y="2375453"/>
          <a:ext cx="2023237" cy="1213942"/>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Registrarán su información en el perfil de instancia ejecutora del SICS.</a:t>
          </a:r>
        </a:p>
      </dsp:txBody>
      <dsp:txXfrm>
        <a:off x="7479336" y="2375453"/>
        <a:ext cx="2023237" cy="1213942"/>
      </dsp:txXfrm>
    </dsp:sp>
    <dsp:sp modelId="{92127A12-2A22-4626-863A-C684AF33A2B1}">
      <dsp:nvSpPr>
        <dsp:cNvPr id="0" name=""/>
        <dsp:cNvSpPr/>
      </dsp:nvSpPr>
      <dsp:spPr>
        <a:xfrm>
          <a:off x="9967918" y="2375453"/>
          <a:ext cx="2023237" cy="1213942"/>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just" defTabSz="622300">
            <a:lnSpc>
              <a:spcPct val="90000"/>
            </a:lnSpc>
            <a:spcBef>
              <a:spcPct val="0"/>
            </a:spcBef>
            <a:spcAft>
              <a:spcPct val="35000"/>
            </a:spcAft>
            <a:buNone/>
          </a:pPr>
          <a:r>
            <a:rPr lang="es-MX" sz="1400" kern="12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Darán seguimiento a las actividades de CS. </a:t>
          </a:r>
        </a:p>
      </dsp:txBody>
      <dsp:txXfrm>
        <a:off x="9967918" y="2375453"/>
        <a:ext cx="2023237" cy="12139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76D90C-1CDF-4E27-A0B8-F922A5F178FD}">
      <dsp:nvSpPr>
        <dsp:cNvPr id="0" name=""/>
        <dsp:cNvSpPr/>
      </dsp:nvSpPr>
      <dsp:spPr>
        <a:xfrm rot="4396374">
          <a:off x="2717596" y="1078272"/>
          <a:ext cx="4677714" cy="3262122"/>
        </a:xfrm>
        <a:prstGeom prst="swooshArrow">
          <a:avLst>
            <a:gd name="adj1" fmla="val 16310"/>
            <a:gd name="adj2" fmla="val 31370"/>
          </a:avLst>
        </a:prstGeom>
        <a:solidFill>
          <a:srgbClr val="621333"/>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87CF636C-F07E-46AF-9AF5-52AC8BCCF4B9}">
      <dsp:nvSpPr>
        <dsp:cNvPr id="0" name=""/>
        <dsp:cNvSpPr/>
      </dsp:nvSpPr>
      <dsp:spPr>
        <a:xfrm>
          <a:off x="4353503" y="1400183"/>
          <a:ext cx="118126" cy="118126"/>
        </a:xfrm>
        <a:prstGeom prst="ellipse">
          <a:avLst/>
        </a:prstGeom>
        <a:solidFill>
          <a:srgbClr val="E7D295"/>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dsp:style>
    </dsp:sp>
    <dsp:sp modelId="{204F1EF5-755E-474B-80CF-4FC8225F741B}">
      <dsp:nvSpPr>
        <dsp:cNvPr id="0" name=""/>
        <dsp:cNvSpPr/>
      </dsp:nvSpPr>
      <dsp:spPr>
        <a:xfrm>
          <a:off x="5020487" y="1912247"/>
          <a:ext cx="118126" cy="118126"/>
        </a:xfrm>
        <a:prstGeom prst="ellipse">
          <a:avLst/>
        </a:prstGeom>
        <a:solidFill>
          <a:srgbClr val="E7D295"/>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dsp:style>
    </dsp:sp>
    <dsp:sp modelId="{DDB71CE2-BD79-47C1-8717-35868C58DAF8}">
      <dsp:nvSpPr>
        <dsp:cNvPr id="0" name=""/>
        <dsp:cNvSpPr/>
      </dsp:nvSpPr>
      <dsp:spPr>
        <a:xfrm>
          <a:off x="5620116" y="2511552"/>
          <a:ext cx="118126" cy="118126"/>
        </a:xfrm>
        <a:prstGeom prst="ellipse">
          <a:avLst/>
        </a:prstGeom>
        <a:solidFill>
          <a:srgbClr val="E7D295"/>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dsp:style>
    </dsp:sp>
    <dsp:sp modelId="{D16B0944-F8C9-4CE3-B9CF-7D46C9F5480A}">
      <dsp:nvSpPr>
        <dsp:cNvPr id="0" name=""/>
        <dsp:cNvSpPr/>
      </dsp:nvSpPr>
      <dsp:spPr>
        <a:xfrm>
          <a:off x="890840" y="0"/>
          <a:ext cx="4290005"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b" anchorCtr="0">
          <a:noAutofit/>
        </a:bodyPr>
        <a:lstStyle/>
        <a:p>
          <a:pPr marL="0" lvl="0" indent="0" algn="ctr" defTabSz="622300">
            <a:lnSpc>
              <a:spcPct val="90000"/>
            </a:lnSpc>
            <a:spcBef>
              <a:spcPct val="0"/>
            </a:spcBef>
            <a:spcAft>
              <a:spcPct val="35000"/>
            </a:spcAft>
            <a:buNone/>
          </a:pPr>
          <a:r>
            <a:rPr lang="es-MX" sz="1400" kern="1200" noProof="0" dirty="0">
              <a:latin typeface="Noto Sans" panose="020B0502040504020204" pitchFamily="34" charset="0"/>
              <a:ea typeface="Noto Sans" panose="020B0502040504020204" pitchFamily="34" charset="0"/>
              <a:cs typeface="Noto Sans" panose="020B0502040504020204" pitchFamily="34" charset="0"/>
            </a:rPr>
            <a:t>1. La DSPPyODES enviará una propuesta del Programa de Trabajo al correo electrónico </a:t>
          </a:r>
          <a:r>
            <a:rPr lang="es-MX" sz="1400" kern="1200" noProof="0" dirty="0">
              <a:latin typeface="Noto Sans" panose="020B0502040504020204" pitchFamily="34" charset="0"/>
              <a:ea typeface="Noto Sans" panose="020B0502040504020204" pitchFamily="34" charset="0"/>
              <a:cs typeface="Noto Sans" panose="020B0502040504020204" pitchFamily="34" charset="0"/>
              <a:hlinkClick xmlns:r="http://schemas.openxmlformats.org/officeDocument/2006/relationships" r:id="rId1"/>
            </a:rPr>
            <a:t>contraloriasocialu006@sems.gob.mx</a:t>
          </a:r>
          <a:r>
            <a:rPr lang="es-MX" sz="1400" kern="1200" noProof="0" dirty="0">
              <a:latin typeface="Noto Sans" panose="020B0502040504020204" pitchFamily="34" charset="0"/>
              <a:ea typeface="Noto Sans" panose="020B0502040504020204" pitchFamily="34" charset="0"/>
              <a:cs typeface="Noto Sans" panose="020B0502040504020204" pitchFamily="34" charset="0"/>
            </a:rPr>
            <a:t> </a:t>
          </a:r>
        </a:p>
      </dsp:txBody>
      <dsp:txXfrm>
        <a:off x="890840" y="0"/>
        <a:ext cx="4290005" cy="866986"/>
      </dsp:txXfrm>
    </dsp:sp>
    <dsp:sp modelId="{27240CE8-7F75-4A0D-B16C-425F3149C0FD}">
      <dsp:nvSpPr>
        <dsp:cNvPr id="0" name=""/>
        <dsp:cNvSpPr/>
      </dsp:nvSpPr>
      <dsp:spPr>
        <a:xfrm>
          <a:off x="5438187" y="1025753"/>
          <a:ext cx="4109144"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just" defTabSz="622300">
            <a:lnSpc>
              <a:spcPct val="90000"/>
            </a:lnSpc>
            <a:spcBef>
              <a:spcPct val="0"/>
            </a:spcBef>
            <a:spcAft>
              <a:spcPct val="35000"/>
            </a:spcAft>
            <a:buNone/>
          </a:pPr>
          <a:r>
            <a:rPr lang="es-MX" sz="1400" kern="1200" noProof="0" dirty="0">
              <a:latin typeface="Noto Sans" panose="020B0502040504020204" pitchFamily="34" charset="0"/>
              <a:ea typeface="Noto Sans" panose="020B0502040504020204" pitchFamily="34" charset="0"/>
              <a:cs typeface="Noto Sans" panose="020B0502040504020204" pitchFamily="34" charset="0"/>
            </a:rPr>
            <a:t>2. Aceptado o realizada alguna observación al programa, se informará en ambos casos por el mismo medio hasta el </a:t>
          </a:r>
          <a:r>
            <a:rPr lang="es-MX" sz="1400" b="1" u="none" kern="1200" noProof="0" dirty="0">
              <a:latin typeface="Noto Sans" panose="020B0502040504020204" pitchFamily="34" charset="0"/>
              <a:ea typeface="Noto Sans" panose="020B0502040504020204" pitchFamily="34" charset="0"/>
              <a:cs typeface="Noto Sans" panose="020B0502040504020204" pitchFamily="34" charset="0"/>
            </a:rPr>
            <a:t>27 de junio de 2025</a:t>
          </a:r>
          <a:r>
            <a:rPr lang="es-MX" sz="1400" kern="1200" noProof="0" dirty="0">
              <a:latin typeface="Noto Sans" panose="020B0502040504020204" pitchFamily="34" charset="0"/>
              <a:ea typeface="Noto Sans" panose="020B0502040504020204" pitchFamily="34" charset="0"/>
              <a:cs typeface="Noto Sans" panose="020B0502040504020204" pitchFamily="34" charset="0"/>
            </a:rPr>
            <a:t>.</a:t>
          </a:r>
          <a:endParaRPr lang="es-MX" sz="1400" u="sng" kern="1200" noProof="0" dirty="0">
            <a:latin typeface="Noto Sans" panose="020B0502040504020204" pitchFamily="34" charset="0"/>
            <a:ea typeface="Noto Sans" panose="020B0502040504020204" pitchFamily="34" charset="0"/>
            <a:cs typeface="Noto Sans" panose="020B0502040504020204" pitchFamily="34" charset="0"/>
          </a:endParaRPr>
        </a:p>
      </dsp:txBody>
      <dsp:txXfrm>
        <a:off x="5438187" y="1025753"/>
        <a:ext cx="4109144" cy="866986"/>
      </dsp:txXfrm>
    </dsp:sp>
    <dsp:sp modelId="{F23DBF71-8150-4736-BFF9-5D7189598715}">
      <dsp:nvSpPr>
        <dsp:cNvPr id="0" name=""/>
        <dsp:cNvSpPr/>
      </dsp:nvSpPr>
      <dsp:spPr>
        <a:xfrm>
          <a:off x="1250276" y="1815114"/>
          <a:ext cx="3105574"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just" defTabSz="622300">
            <a:lnSpc>
              <a:spcPct val="90000"/>
            </a:lnSpc>
            <a:spcBef>
              <a:spcPct val="0"/>
            </a:spcBef>
            <a:spcAft>
              <a:spcPct val="35000"/>
            </a:spcAft>
            <a:buNone/>
          </a:pPr>
          <a:r>
            <a:rPr lang="es-MX" sz="1400" kern="1200" noProof="0" dirty="0">
              <a:latin typeface="Noto Sans" panose="020B0502040504020204" pitchFamily="34" charset="0"/>
              <a:ea typeface="Noto Sans" panose="020B0502040504020204" pitchFamily="34" charset="0"/>
              <a:cs typeface="Noto Sans" panose="020B0502040504020204" pitchFamily="34" charset="0"/>
            </a:rPr>
            <a:t>3. La DSPPyODES recibirá el programa, y de ser necesario realizará la revisión final y remitirá sus comentarios.</a:t>
          </a:r>
        </a:p>
      </dsp:txBody>
      <dsp:txXfrm>
        <a:off x="1250276" y="1815114"/>
        <a:ext cx="3105574" cy="866986"/>
      </dsp:txXfrm>
    </dsp:sp>
    <dsp:sp modelId="{74253856-70E6-4095-9F5E-130AD3CD2D0C}">
      <dsp:nvSpPr>
        <dsp:cNvPr id="0" name=""/>
        <dsp:cNvSpPr/>
      </dsp:nvSpPr>
      <dsp:spPr>
        <a:xfrm>
          <a:off x="6054043" y="3171003"/>
          <a:ext cx="118126" cy="118126"/>
        </a:xfrm>
        <a:prstGeom prst="ellipse">
          <a:avLst/>
        </a:prstGeom>
        <a:solidFill>
          <a:srgbClr val="E7D295"/>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dsp:style>
    </dsp:sp>
    <dsp:sp modelId="{42FDB924-CCB1-4667-AD2A-0055B8074DA9}">
      <dsp:nvSpPr>
        <dsp:cNvPr id="0" name=""/>
        <dsp:cNvSpPr/>
      </dsp:nvSpPr>
      <dsp:spPr>
        <a:xfrm>
          <a:off x="6298360" y="2455774"/>
          <a:ext cx="3487086"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MX" sz="1400" kern="1200" noProof="0" dirty="0">
              <a:latin typeface="Noto Sans" panose="020B0502040504020204" pitchFamily="34" charset="0"/>
              <a:ea typeface="Noto Sans" panose="020B0502040504020204" pitchFamily="34" charset="0"/>
              <a:cs typeface="Noto Sans" panose="020B0502040504020204" pitchFamily="34" charset="0"/>
            </a:rPr>
            <a:t>4. Los Enlaces Estatales atenderán las observaciones realizadas en un plazo no mayor a </a:t>
          </a:r>
          <a:r>
            <a:rPr lang="es-MX" sz="1400" b="1" u="none" kern="1200" noProof="0" dirty="0">
              <a:latin typeface="Noto Sans" panose="020B0502040504020204" pitchFamily="34" charset="0"/>
              <a:ea typeface="Noto Sans" panose="020B0502040504020204" pitchFamily="34" charset="0"/>
              <a:cs typeface="Noto Sans" panose="020B0502040504020204" pitchFamily="34" charset="0"/>
            </a:rPr>
            <a:t>tres días hábiles.</a:t>
          </a:r>
        </a:p>
      </dsp:txBody>
      <dsp:txXfrm>
        <a:off x="6298360" y="2455774"/>
        <a:ext cx="3487086" cy="866986"/>
      </dsp:txXfrm>
    </dsp:sp>
    <dsp:sp modelId="{43B822BA-FB38-4FD0-AAE9-0F542F16DAC6}">
      <dsp:nvSpPr>
        <dsp:cNvPr id="0" name=""/>
        <dsp:cNvSpPr/>
      </dsp:nvSpPr>
      <dsp:spPr>
        <a:xfrm>
          <a:off x="1511506" y="3295334"/>
          <a:ext cx="4073476"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just" defTabSz="622300">
            <a:lnSpc>
              <a:spcPct val="90000"/>
            </a:lnSpc>
            <a:spcBef>
              <a:spcPct val="0"/>
            </a:spcBef>
            <a:spcAft>
              <a:spcPct val="35000"/>
            </a:spcAft>
            <a:buNone/>
          </a:pPr>
          <a:r>
            <a:rPr lang="es-MX" sz="1400" kern="1200" noProof="0" dirty="0">
              <a:latin typeface="Noto Sans" panose="020B0502040504020204" pitchFamily="34" charset="0"/>
              <a:ea typeface="Noto Sans" panose="020B0502040504020204" pitchFamily="34" charset="0"/>
              <a:cs typeface="Noto Sans" panose="020B0502040504020204" pitchFamily="34" charset="0"/>
            </a:rPr>
            <a:t>5. El Sistema Informático de CS (SICS) notificará por medio de correo electrónico a los Enlaces Estatales la validación en definitiva del Programa de Trabajo de la Instancia Ejecutora.</a:t>
          </a:r>
        </a:p>
      </dsp:txBody>
      <dsp:txXfrm>
        <a:off x="1511506" y="3295334"/>
        <a:ext cx="4073476" cy="866986"/>
      </dsp:txXfrm>
    </dsp:sp>
    <dsp:sp modelId="{5E404757-8D00-48F3-8ABD-A4BCF607CC87}">
      <dsp:nvSpPr>
        <dsp:cNvPr id="0" name=""/>
        <dsp:cNvSpPr/>
      </dsp:nvSpPr>
      <dsp:spPr>
        <a:xfrm>
          <a:off x="6761941" y="4371572"/>
          <a:ext cx="3273107"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t" anchorCtr="0">
          <a:noAutofit/>
        </a:bodyPr>
        <a:lstStyle/>
        <a:p>
          <a:pPr marL="0" lvl="0" indent="0" algn="ctr" defTabSz="622300">
            <a:lnSpc>
              <a:spcPct val="90000"/>
            </a:lnSpc>
            <a:spcBef>
              <a:spcPct val="0"/>
            </a:spcBef>
            <a:spcAft>
              <a:spcPct val="35000"/>
            </a:spcAft>
            <a:buNone/>
          </a:pPr>
          <a:r>
            <a:rPr lang="es-MX" sz="1400" b="0" kern="1200" noProof="0" dirty="0">
              <a:solidFill>
                <a:srgbClr val="002060"/>
              </a:solidFill>
              <a:latin typeface="Noto Sans" panose="020B0502040504020204" pitchFamily="34" charset="0"/>
              <a:ea typeface="Noto Sans" panose="020B0502040504020204" pitchFamily="34" charset="0"/>
              <a:cs typeface="Noto Sans" panose="020B0502040504020204" pitchFamily="34" charset="0"/>
            </a:rPr>
            <a:t>Concluido el proceso se tendrá el </a:t>
          </a:r>
          <a:r>
            <a:rPr lang="es-MX" sz="1400" b="1" kern="1200"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PROGRAMA ESTATAL DE TRABAJO DE CONTRALORÍA SOCIAL</a:t>
          </a:r>
        </a:p>
        <a:p>
          <a:pPr marL="0" lvl="0" indent="0" algn="ctr" defTabSz="622300">
            <a:lnSpc>
              <a:spcPct val="90000"/>
            </a:lnSpc>
            <a:spcBef>
              <a:spcPct val="0"/>
            </a:spcBef>
            <a:spcAft>
              <a:spcPct val="35000"/>
            </a:spcAft>
            <a:buNone/>
          </a:pPr>
          <a:r>
            <a:rPr lang="es-MX" sz="1400" b="1" kern="1200"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(PETCS)</a:t>
          </a:r>
        </a:p>
      </dsp:txBody>
      <dsp:txXfrm>
        <a:off x="6761941" y="4371572"/>
        <a:ext cx="3273107" cy="8669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860CB2-75EF-40F7-8EB7-9D3D1C91EB4E}">
      <dsp:nvSpPr>
        <dsp:cNvPr id="0" name=""/>
        <dsp:cNvSpPr/>
      </dsp:nvSpPr>
      <dsp:spPr>
        <a:xfrm>
          <a:off x="13951" y="306825"/>
          <a:ext cx="2536473" cy="334875"/>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s-MX" sz="1400" b="1" kern="1200"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SOLICITAR</a:t>
          </a:r>
        </a:p>
      </dsp:txBody>
      <dsp:txXfrm>
        <a:off x="13951" y="306825"/>
        <a:ext cx="2536473" cy="334875"/>
      </dsp:txXfrm>
    </dsp:sp>
    <dsp:sp modelId="{313BD006-CA77-48D5-93DC-7712DEC5CA60}">
      <dsp:nvSpPr>
        <dsp:cNvPr id="0" name=""/>
        <dsp:cNvSpPr/>
      </dsp:nvSpPr>
      <dsp:spPr>
        <a:xfrm>
          <a:off x="13951" y="641700"/>
          <a:ext cx="2536473" cy="3235780"/>
        </a:xfrm>
        <a:prstGeom prst="rect">
          <a:avLst/>
        </a:prstGeom>
        <a:solidFill>
          <a:srgbClr val="E7D295">
            <a:alpha val="90000"/>
          </a:srgb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ctr" anchorCtr="0">
          <a:noAutofit/>
        </a:bodyPr>
        <a:lstStyle/>
        <a:p>
          <a:pPr marL="114300" lvl="1" indent="-114300" algn="just" defTabSz="533400">
            <a:lnSpc>
              <a:spcPct val="90000"/>
            </a:lnSpc>
            <a:spcBef>
              <a:spcPct val="0"/>
            </a:spcBef>
            <a:spcAft>
              <a:spcPct val="15000"/>
            </a:spcAft>
            <a:buFont typeface="Arial" panose="020B0604020202020204" pitchFamily="34" charset="0"/>
            <a:buChar char="•"/>
          </a:pPr>
          <a:r>
            <a:rPr lang="es-MX" sz="1200" b="1" kern="1200" noProof="0" dirty="0">
              <a:latin typeface="Noto Sans" panose="020B0502040504020204" pitchFamily="34" charset="0"/>
              <a:ea typeface="Noto Sans" panose="020B0502040504020204" pitchFamily="34" charset="0"/>
              <a:cs typeface="Noto Sans" panose="020B0502040504020204" pitchFamily="34" charset="0"/>
            </a:rPr>
            <a:t>A los </a:t>
          </a:r>
          <a:r>
            <a:rPr lang="es-MX" sz="1200" kern="1200" noProof="0" dirty="0">
              <a:effectLst/>
              <a:latin typeface="Noto Sans" panose="020B0502040504020204" pitchFamily="34" charset="0"/>
              <a:ea typeface="Noto Sans" panose="020B0502040504020204" pitchFamily="34" charset="0"/>
              <a:cs typeface="Noto Sans" panose="020B0502040504020204" pitchFamily="34" charset="0"/>
            </a:rPr>
            <a:t>organismos descentralizados estatales, servicios educativos coordinados o autoridades estatales que operan los Telebachilleratos Comunitarios,</a:t>
          </a:r>
          <a:r>
            <a:rPr lang="es-MX" sz="1200" kern="1200" noProof="0" dirty="0">
              <a:latin typeface="Noto Sans" panose="020B0502040504020204" pitchFamily="34" charset="0"/>
              <a:ea typeface="Noto Sans" panose="020B0502040504020204" pitchFamily="34" charset="0"/>
              <a:cs typeface="Noto Sans" panose="020B0502040504020204" pitchFamily="34" charset="0"/>
            </a:rPr>
            <a:t> que tengan a su cargo la ejecución del Programa, </a:t>
          </a:r>
          <a:r>
            <a:rPr lang="es-MX" sz="1200" b="1" kern="1200" noProof="0" dirty="0">
              <a:latin typeface="Noto Sans" panose="020B0502040504020204" pitchFamily="34" charset="0"/>
              <a:ea typeface="Noto Sans" panose="020B0502040504020204" pitchFamily="34" charset="0"/>
              <a:cs typeface="Noto Sans" panose="020B0502040504020204" pitchFamily="34" charset="0"/>
            </a:rPr>
            <a:t>la información pública relacionada con la operación del mismo.</a:t>
          </a:r>
        </a:p>
      </dsp:txBody>
      <dsp:txXfrm>
        <a:off x="13951" y="641700"/>
        <a:ext cx="2536473" cy="3235780"/>
      </dsp:txXfrm>
    </dsp:sp>
    <dsp:sp modelId="{06A15E1E-5FE2-4190-A7E0-0E39E5C3D794}">
      <dsp:nvSpPr>
        <dsp:cNvPr id="0" name=""/>
        <dsp:cNvSpPr/>
      </dsp:nvSpPr>
      <dsp:spPr>
        <a:xfrm>
          <a:off x="2905531" y="300466"/>
          <a:ext cx="2538953" cy="334875"/>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s-MX" sz="1400" b="1" kern="1200"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VIGILAR</a:t>
          </a:r>
        </a:p>
      </dsp:txBody>
      <dsp:txXfrm>
        <a:off x="2905531" y="300466"/>
        <a:ext cx="2538953" cy="334875"/>
      </dsp:txXfrm>
    </dsp:sp>
    <dsp:sp modelId="{8A1CEFD2-BB9D-49CD-A298-9EC24A933BE3}">
      <dsp:nvSpPr>
        <dsp:cNvPr id="0" name=""/>
        <dsp:cNvSpPr/>
      </dsp:nvSpPr>
      <dsp:spPr>
        <a:xfrm>
          <a:off x="2905531" y="681808"/>
          <a:ext cx="2538953" cy="3261213"/>
        </a:xfrm>
        <a:prstGeom prst="rect">
          <a:avLst/>
        </a:prstGeom>
        <a:solidFill>
          <a:srgbClr val="E7D295">
            <a:alpha val="90000"/>
          </a:srgb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8674" tIns="58674" rIns="78232" bIns="88011" numCol="1" spcCol="1270" anchor="ctr" anchorCtr="0">
          <a:noAutofit/>
        </a:bodyPr>
        <a:lstStyle/>
        <a:p>
          <a:pPr marL="57150" lvl="1" indent="-57150" algn="just" defTabSz="466725">
            <a:lnSpc>
              <a:spcPct val="90000"/>
            </a:lnSpc>
            <a:spcBef>
              <a:spcPct val="0"/>
            </a:spcBef>
            <a:spcAft>
              <a:spcPct val="15000"/>
            </a:spcAft>
            <a:buChar char="•"/>
          </a:pPr>
          <a:r>
            <a:rPr lang="es-MX" sz="1050" kern="1200" noProof="0" dirty="0">
              <a:latin typeface="Noto Sans" panose="020B0502040504020204" pitchFamily="34" charset="0"/>
              <a:ea typeface="Noto Sans" panose="020B0502040504020204" pitchFamily="34" charset="0"/>
              <a:cs typeface="Noto Sans" panose="020B0502040504020204" pitchFamily="34" charset="0"/>
            </a:rPr>
            <a:t>Se difunda información veraz y oportuna sobre la operación del Pp U006.</a:t>
          </a:r>
        </a:p>
        <a:p>
          <a:pPr marL="57150" lvl="1" indent="-57150" algn="just" defTabSz="466725">
            <a:lnSpc>
              <a:spcPct val="90000"/>
            </a:lnSpc>
            <a:spcBef>
              <a:spcPct val="0"/>
            </a:spcBef>
            <a:spcAft>
              <a:spcPct val="15000"/>
            </a:spcAft>
            <a:buChar char="•"/>
          </a:pPr>
          <a:r>
            <a:rPr lang="es-MX" sz="1050" kern="1200" noProof="0" dirty="0">
              <a:latin typeface="Noto Sans" panose="020B0502040504020204" pitchFamily="34" charset="0"/>
              <a:ea typeface="Noto Sans" panose="020B0502040504020204" pitchFamily="34" charset="0"/>
              <a:cs typeface="Noto Sans" panose="020B0502040504020204" pitchFamily="34" charset="0"/>
            </a:rPr>
            <a:t>Que el ejercicio de recursos públicos, sea oportuno, transparente y apegado a la normativa aplicable.</a:t>
          </a:r>
        </a:p>
        <a:p>
          <a:pPr marL="57150" lvl="1" indent="-57150" algn="just" defTabSz="466725">
            <a:lnSpc>
              <a:spcPct val="90000"/>
            </a:lnSpc>
            <a:spcBef>
              <a:spcPct val="0"/>
            </a:spcBef>
            <a:spcAft>
              <a:spcPct val="15000"/>
            </a:spcAft>
            <a:buChar char="•"/>
          </a:pPr>
          <a:r>
            <a:rPr lang="es-MX" sz="1050" kern="1200" noProof="0" dirty="0">
              <a:latin typeface="Noto Sans" panose="020B0502040504020204" pitchFamily="34" charset="0"/>
              <a:ea typeface="Noto Sans" panose="020B0502040504020204" pitchFamily="34" charset="0"/>
              <a:cs typeface="Noto Sans" panose="020B0502040504020204" pitchFamily="34" charset="0"/>
            </a:rPr>
            <a:t>Se cumplan los periodos de entrega de apoyos</a:t>
          </a:r>
        </a:p>
        <a:p>
          <a:pPr marL="57150" lvl="1" indent="-57150" algn="just" defTabSz="466725">
            <a:lnSpc>
              <a:spcPct val="90000"/>
            </a:lnSpc>
            <a:spcBef>
              <a:spcPct val="0"/>
            </a:spcBef>
            <a:spcAft>
              <a:spcPct val="15000"/>
            </a:spcAft>
            <a:buChar char="•"/>
          </a:pPr>
          <a:r>
            <a:rPr lang="es-MX" sz="1050" kern="1200" noProof="0" dirty="0">
              <a:latin typeface="Noto Sans" panose="020B0502040504020204" pitchFamily="34" charset="0"/>
              <a:ea typeface="Noto Sans" panose="020B0502040504020204" pitchFamily="34" charset="0"/>
              <a:cs typeface="Noto Sans" panose="020B0502040504020204" pitchFamily="34" charset="0"/>
            </a:rPr>
            <a:t>La existencia de  documentación comprobatoria de la entrega y ejercicio de recursos.</a:t>
          </a:r>
        </a:p>
        <a:p>
          <a:pPr marL="57150" lvl="1" indent="-57150" algn="just" defTabSz="466725">
            <a:lnSpc>
              <a:spcPct val="90000"/>
            </a:lnSpc>
            <a:spcBef>
              <a:spcPct val="0"/>
            </a:spcBef>
            <a:spcAft>
              <a:spcPct val="15000"/>
            </a:spcAft>
            <a:buChar char="•"/>
          </a:pPr>
          <a:r>
            <a:rPr lang="es-MX" sz="1050" kern="1200" noProof="0" dirty="0">
              <a:latin typeface="Noto Sans" panose="020B0502040504020204" pitchFamily="34" charset="0"/>
              <a:ea typeface="Noto Sans" panose="020B0502040504020204" pitchFamily="34" charset="0"/>
              <a:cs typeface="Noto Sans" panose="020B0502040504020204" pitchFamily="34" charset="0"/>
            </a:rPr>
            <a:t>Que el programa no se utilice con fines políticos, electorales, fines de lucro u otros distintos al objeto del programa.</a:t>
          </a:r>
        </a:p>
        <a:p>
          <a:pPr marL="57150" lvl="1" indent="-57150" algn="just" defTabSz="466725">
            <a:lnSpc>
              <a:spcPct val="90000"/>
            </a:lnSpc>
            <a:spcBef>
              <a:spcPct val="0"/>
            </a:spcBef>
            <a:spcAft>
              <a:spcPct val="15000"/>
            </a:spcAft>
            <a:buChar char="•"/>
          </a:pPr>
          <a:r>
            <a:rPr lang="es-MX" sz="1050" kern="1200" noProof="0" dirty="0">
              <a:latin typeface="Noto Sans" panose="020B0502040504020204" pitchFamily="34" charset="0"/>
              <a:ea typeface="Noto Sans" panose="020B0502040504020204" pitchFamily="34" charset="0"/>
              <a:cs typeface="Noto Sans" panose="020B0502040504020204" pitchFamily="34" charset="0"/>
            </a:rPr>
            <a:t>Que las autoridades competentes den atención a las quejas o denuncias presentadas</a:t>
          </a:r>
        </a:p>
        <a:p>
          <a:pPr marL="57150" lvl="1" indent="-57150" algn="just" defTabSz="466725">
            <a:lnSpc>
              <a:spcPct val="90000"/>
            </a:lnSpc>
            <a:spcBef>
              <a:spcPct val="0"/>
            </a:spcBef>
            <a:spcAft>
              <a:spcPct val="15000"/>
            </a:spcAft>
            <a:buChar char="•"/>
          </a:pPr>
          <a:r>
            <a:rPr lang="es-MX" sz="1050" kern="1200" noProof="0" dirty="0">
              <a:latin typeface="Noto Sans" panose="020B0502040504020204" pitchFamily="34" charset="0"/>
              <a:ea typeface="Noto Sans" panose="020B0502040504020204" pitchFamily="34" charset="0"/>
              <a:cs typeface="Noto Sans" panose="020B0502040504020204" pitchFamily="34" charset="0"/>
            </a:rPr>
            <a:t>Que el programa se ejecute en el  marco de igualdad entre mujeres y hombres.</a:t>
          </a:r>
        </a:p>
        <a:p>
          <a:pPr marL="57150" lvl="1" indent="-57150" algn="just" defTabSz="400050">
            <a:lnSpc>
              <a:spcPct val="90000"/>
            </a:lnSpc>
            <a:spcBef>
              <a:spcPct val="0"/>
            </a:spcBef>
            <a:spcAft>
              <a:spcPct val="15000"/>
            </a:spcAft>
            <a:buChar char="•"/>
          </a:pPr>
          <a:endParaRPr lang="es-MX" sz="900" kern="1200" noProof="0" dirty="0">
            <a:latin typeface="Noto Sans" panose="020B0502040504020204" pitchFamily="34" charset="0"/>
            <a:ea typeface="Noto Sans" panose="020B0502040504020204" pitchFamily="34" charset="0"/>
            <a:cs typeface="Noto Sans" panose="020B0502040504020204" pitchFamily="34" charset="0"/>
          </a:endParaRPr>
        </a:p>
      </dsp:txBody>
      <dsp:txXfrm>
        <a:off x="2905531" y="681808"/>
        <a:ext cx="2538953" cy="3261213"/>
      </dsp:txXfrm>
    </dsp:sp>
    <dsp:sp modelId="{43E8F70D-58C6-4887-975F-5EA45AA306F9}">
      <dsp:nvSpPr>
        <dsp:cNvPr id="0" name=""/>
        <dsp:cNvSpPr/>
      </dsp:nvSpPr>
      <dsp:spPr>
        <a:xfrm>
          <a:off x="5799591" y="306825"/>
          <a:ext cx="2536473" cy="334875"/>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s-MX" sz="1400" b="1" kern="1200"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ELABORAR</a:t>
          </a:r>
        </a:p>
      </dsp:txBody>
      <dsp:txXfrm>
        <a:off x="5799591" y="306825"/>
        <a:ext cx="2536473" cy="334875"/>
      </dsp:txXfrm>
    </dsp:sp>
    <dsp:sp modelId="{3F88157F-CC7E-4176-8149-52E8314A5773}">
      <dsp:nvSpPr>
        <dsp:cNvPr id="0" name=""/>
        <dsp:cNvSpPr/>
      </dsp:nvSpPr>
      <dsp:spPr>
        <a:xfrm>
          <a:off x="5799591" y="641700"/>
          <a:ext cx="2536473" cy="3235780"/>
        </a:xfrm>
        <a:prstGeom prst="rect">
          <a:avLst/>
        </a:prstGeom>
        <a:solidFill>
          <a:srgbClr val="E7D295">
            <a:alpha val="90000"/>
          </a:srgb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ctr" anchorCtr="0">
          <a:noAutofit/>
        </a:bodyPr>
        <a:lstStyle/>
        <a:p>
          <a:pPr marL="114300" lvl="1" indent="-114300" algn="just" defTabSz="533400">
            <a:lnSpc>
              <a:spcPct val="90000"/>
            </a:lnSpc>
            <a:spcBef>
              <a:spcPct val="0"/>
            </a:spcBef>
            <a:spcAft>
              <a:spcPct val="15000"/>
            </a:spcAft>
            <a:buChar char="•"/>
          </a:pPr>
          <a:r>
            <a:rPr lang="es-MX" sz="1200" b="1" kern="1200" noProof="0" dirty="0">
              <a:latin typeface="Noto Sans" panose="020B0502040504020204" pitchFamily="34" charset="0"/>
              <a:ea typeface="Noto Sans" panose="020B0502040504020204" pitchFamily="34" charset="0"/>
              <a:cs typeface="Noto Sans" panose="020B0502040504020204" pitchFamily="34" charset="0"/>
            </a:rPr>
            <a:t>Informes de resultados </a:t>
          </a:r>
          <a:r>
            <a:rPr lang="es-MX" sz="1200" kern="1200" noProof="0" dirty="0">
              <a:latin typeface="Noto Sans" panose="020B0502040504020204" pitchFamily="34" charset="0"/>
              <a:ea typeface="Noto Sans" panose="020B0502040504020204" pitchFamily="34" charset="0"/>
              <a:cs typeface="Noto Sans" panose="020B0502040504020204" pitchFamily="34" charset="0"/>
            </a:rPr>
            <a:t>de las actividades de operación de la CS realizadas, y dar seguimiento.</a:t>
          </a:r>
        </a:p>
      </dsp:txBody>
      <dsp:txXfrm>
        <a:off x="5799591" y="641700"/>
        <a:ext cx="2536473" cy="3235780"/>
      </dsp:txXfrm>
    </dsp:sp>
    <dsp:sp modelId="{40B05620-24A0-4ACC-80C7-78D42199BC45}">
      <dsp:nvSpPr>
        <dsp:cNvPr id="0" name=""/>
        <dsp:cNvSpPr/>
      </dsp:nvSpPr>
      <dsp:spPr>
        <a:xfrm>
          <a:off x="8691171" y="306825"/>
          <a:ext cx="2536473" cy="334875"/>
        </a:xfrm>
        <a:prstGeom prst="rect">
          <a:avLst/>
        </a:prstGeom>
        <a:solidFill>
          <a:srgbClr val="E7D29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s-MX" sz="1400" b="1" kern="1200"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RECIBIR</a:t>
          </a:r>
        </a:p>
      </dsp:txBody>
      <dsp:txXfrm>
        <a:off x="8691171" y="306825"/>
        <a:ext cx="2536473" cy="334875"/>
      </dsp:txXfrm>
    </dsp:sp>
    <dsp:sp modelId="{3762E5F4-92B4-4DFE-8F00-724AC9C31FCA}">
      <dsp:nvSpPr>
        <dsp:cNvPr id="0" name=""/>
        <dsp:cNvSpPr/>
      </dsp:nvSpPr>
      <dsp:spPr>
        <a:xfrm>
          <a:off x="8691171" y="641700"/>
          <a:ext cx="2536473" cy="3235780"/>
        </a:xfrm>
        <a:prstGeom prst="rect">
          <a:avLst/>
        </a:prstGeom>
        <a:solidFill>
          <a:srgbClr val="E7D295">
            <a:alpha val="90000"/>
          </a:srgb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ctr" anchorCtr="0">
          <a:noAutofit/>
        </a:bodyPr>
        <a:lstStyle/>
        <a:p>
          <a:pPr marL="114300" lvl="1" indent="-114300" algn="just" defTabSz="533400">
            <a:lnSpc>
              <a:spcPct val="90000"/>
            </a:lnSpc>
            <a:spcBef>
              <a:spcPct val="0"/>
            </a:spcBef>
            <a:spcAft>
              <a:spcPct val="15000"/>
            </a:spcAft>
            <a:buChar char="•"/>
          </a:pPr>
          <a:r>
            <a:rPr lang="es-MX" sz="1200" b="1" kern="1200" noProof="0" dirty="0">
              <a:latin typeface="Noto Sans" panose="020B0502040504020204" pitchFamily="34" charset="0"/>
              <a:ea typeface="Noto Sans" panose="020B0502040504020204" pitchFamily="34" charset="0"/>
              <a:cs typeface="Noto Sans" panose="020B0502040504020204" pitchFamily="34" charset="0"/>
            </a:rPr>
            <a:t>Las quejas y denuncias </a:t>
          </a:r>
          <a:r>
            <a:rPr lang="es-MX" sz="1200" kern="1200" noProof="0" dirty="0">
              <a:latin typeface="Noto Sans" panose="020B0502040504020204" pitchFamily="34" charset="0"/>
              <a:ea typeface="Noto Sans" panose="020B0502040504020204" pitchFamily="34" charset="0"/>
              <a:cs typeface="Noto Sans" panose="020B0502040504020204" pitchFamily="34" charset="0"/>
            </a:rPr>
            <a:t>sobre la aplicación y ejecución de los programas federales, recabar la información de estas y canalizarlas a las autoridades competentes para su atención.</a:t>
          </a:r>
        </a:p>
      </dsp:txBody>
      <dsp:txXfrm>
        <a:off x="8691171" y="641700"/>
        <a:ext cx="2536473" cy="32357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7DB807-0C52-497A-A005-F57B131A9900}">
      <dsp:nvSpPr>
        <dsp:cNvPr id="0" name=""/>
        <dsp:cNvSpPr/>
      </dsp:nvSpPr>
      <dsp:spPr>
        <a:xfrm>
          <a:off x="1325" y="604964"/>
          <a:ext cx="2583792" cy="2583792"/>
        </a:xfrm>
        <a:prstGeom prst="ellipse">
          <a:avLst/>
        </a:prstGeom>
        <a:solidFill>
          <a:srgbClr val="621333">
            <a:alpha val="50000"/>
          </a:srgb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42195" tIns="20320" rIns="142195" bIns="20320" numCol="1" spcCol="1270" anchor="ctr" anchorCtr="0">
          <a:noAutofit/>
        </a:bodyPr>
        <a:lstStyle/>
        <a:p>
          <a:pPr marL="0" lvl="0" indent="0" algn="ctr" defTabSz="711200">
            <a:lnSpc>
              <a:spcPct val="90000"/>
            </a:lnSpc>
            <a:spcBef>
              <a:spcPct val="0"/>
            </a:spcBef>
            <a:spcAft>
              <a:spcPct val="35000"/>
            </a:spcAft>
            <a:buNone/>
          </a:pPr>
          <a:r>
            <a:rPr lang="es-MX" sz="1600" kern="1200" noProof="0" dirty="0">
              <a:latin typeface="Noto Sans" panose="020B0502040504020204" pitchFamily="34" charset="0"/>
              <a:ea typeface="Noto Sans" panose="020B0502040504020204" pitchFamily="34" charset="0"/>
              <a:cs typeface="Noto Sans" panose="020B0502040504020204" pitchFamily="34" charset="0"/>
            </a:rPr>
            <a:t>I. Muerte del integrante</a:t>
          </a:r>
        </a:p>
      </dsp:txBody>
      <dsp:txXfrm>
        <a:off x="379713" y="983352"/>
        <a:ext cx="1827016" cy="1827016"/>
      </dsp:txXfrm>
    </dsp:sp>
    <dsp:sp modelId="{3ACCD62F-CB82-40D8-9B9B-157C2D07718A}">
      <dsp:nvSpPr>
        <dsp:cNvPr id="0" name=""/>
        <dsp:cNvSpPr/>
      </dsp:nvSpPr>
      <dsp:spPr>
        <a:xfrm>
          <a:off x="2068359" y="604964"/>
          <a:ext cx="2583792" cy="2583792"/>
        </a:xfrm>
        <a:prstGeom prst="ellipse">
          <a:avLst/>
        </a:prstGeom>
        <a:solidFill>
          <a:srgbClr val="621333">
            <a:alpha val="50000"/>
          </a:srgb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42195" tIns="20320" rIns="142195" bIns="20320" numCol="1" spcCol="1270" anchor="ctr" anchorCtr="0">
          <a:noAutofit/>
        </a:bodyPr>
        <a:lstStyle/>
        <a:p>
          <a:pPr marL="0" lvl="0" indent="0" algn="ctr" defTabSz="711200">
            <a:lnSpc>
              <a:spcPct val="90000"/>
            </a:lnSpc>
            <a:spcBef>
              <a:spcPct val="0"/>
            </a:spcBef>
            <a:spcAft>
              <a:spcPct val="35000"/>
            </a:spcAft>
            <a:buNone/>
          </a:pPr>
          <a:r>
            <a:rPr lang="es-MX" sz="1600" kern="1200" noProof="0" dirty="0">
              <a:latin typeface="Noto Sans" panose="020B0502040504020204" pitchFamily="34" charset="0"/>
              <a:ea typeface="Noto Sans" panose="020B0502040504020204" pitchFamily="34" charset="0"/>
              <a:cs typeface="Noto Sans" panose="020B0502040504020204" pitchFamily="34" charset="0"/>
            </a:rPr>
            <a:t>II. Separación voluntaria, mediante escrito dirigido a los miembros del Comité</a:t>
          </a:r>
        </a:p>
      </dsp:txBody>
      <dsp:txXfrm>
        <a:off x="2446747" y="983352"/>
        <a:ext cx="1827016" cy="1827016"/>
      </dsp:txXfrm>
    </dsp:sp>
    <dsp:sp modelId="{4E7CAD73-065C-4C60-9D3C-D204C41BF4E1}">
      <dsp:nvSpPr>
        <dsp:cNvPr id="0" name=""/>
        <dsp:cNvSpPr/>
      </dsp:nvSpPr>
      <dsp:spPr>
        <a:xfrm>
          <a:off x="4135393" y="604964"/>
          <a:ext cx="2583792" cy="2583792"/>
        </a:xfrm>
        <a:prstGeom prst="ellipse">
          <a:avLst/>
        </a:prstGeom>
        <a:solidFill>
          <a:srgbClr val="621333">
            <a:alpha val="50000"/>
          </a:srgb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42195" tIns="20320" rIns="142195" bIns="20320" numCol="1" spcCol="1270" anchor="ctr" anchorCtr="0">
          <a:noAutofit/>
        </a:bodyPr>
        <a:lstStyle/>
        <a:p>
          <a:pPr marL="0" lvl="0" indent="0" algn="ctr" defTabSz="711200">
            <a:lnSpc>
              <a:spcPct val="90000"/>
            </a:lnSpc>
            <a:spcBef>
              <a:spcPct val="0"/>
            </a:spcBef>
            <a:spcAft>
              <a:spcPct val="35000"/>
            </a:spcAft>
            <a:buNone/>
          </a:pPr>
          <a:r>
            <a:rPr lang="es-MX" sz="1600" kern="1200" noProof="0" dirty="0">
              <a:latin typeface="Noto Sans" panose="020B0502040504020204" pitchFamily="34" charset="0"/>
              <a:ea typeface="Noto Sans" panose="020B0502040504020204" pitchFamily="34" charset="0"/>
              <a:cs typeface="Noto Sans" panose="020B0502040504020204" pitchFamily="34" charset="0"/>
            </a:rPr>
            <a:t>III. Acuerdo del Comité tomado por mayoría de votos</a:t>
          </a:r>
        </a:p>
      </dsp:txBody>
      <dsp:txXfrm>
        <a:off x="4513781" y="983352"/>
        <a:ext cx="1827016" cy="1827016"/>
      </dsp:txXfrm>
    </dsp:sp>
    <dsp:sp modelId="{392C7DC8-102B-4017-A60D-6A0ECF3AF9B5}">
      <dsp:nvSpPr>
        <dsp:cNvPr id="0" name=""/>
        <dsp:cNvSpPr/>
      </dsp:nvSpPr>
      <dsp:spPr>
        <a:xfrm>
          <a:off x="6202427" y="604964"/>
          <a:ext cx="2583792" cy="2583792"/>
        </a:xfrm>
        <a:prstGeom prst="ellipse">
          <a:avLst/>
        </a:prstGeom>
        <a:solidFill>
          <a:srgbClr val="621333">
            <a:alpha val="50000"/>
          </a:srgb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42195" tIns="20320" rIns="142195" bIns="20320" numCol="1" spcCol="1270" anchor="ctr" anchorCtr="0">
          <a:noAutofit/>
        </a:bodyPr>
        <a:lstStyle/>
        <a:p>
          <a:pPr marL="0" lvl="0" indent="0" algn="ctr" defTabSz="711200">
            <a:lnSpc>
              <a:spcPct val="90000"/>
            </a:lnSpc>
            <a:spcBef>
              <a:spcPct val="0"/>
            </a:spcBef>
            <a:spcAft>
              <a:spcPct val="35000"/>
            </a:spcAft>
            <a:buNone/>
          </a:pPr>
          <a:r>
            <a:rPr lang="es-MX" sz="1600" kern="1200" noProof="0" dirty="0">
              <a:latin typeface="Noto Sans" panose="020B0502040504020204" pitchFamily="34" charset="0"/>
              <a:ea typeface="Noto Sans" panose="020B0502040504020204" pitchFamily="34" charset="0"/>
              <a:cs typeface="Noto Sans" panose="020B0502040504020204" pitchFamily="34" charset="0"/>
            </a:rPr>
            <a:t>IV. Acuerdo de la mayoría de los beneficiarios del programa federal respectivo</a:t>
          </a:r>
        </a:p>
      </dsp:txBody>
      <dsp:txXfrm>
        <a:off x="6580815" y="983352"/>
        <a:ext cx="1827016" cy="1827016"/>
      </dsp:txXfrm>
    </dsp:sp>
    <dsp:sp modelId="{11CBC1E7-55A2-466F-BE2F-C5A032158741}">
      <dsp:nvSpPr>
        <dsp:cNvPr id="0" name=""/>
        <dsp:cNvSpPr/>
      </dsp:nvSpPr>
      <dsp:spPr>
        <a:xfrm>
          <a:off x="8269462" y="604964"/>
          <a:ext cx="2583792" cy="2583792"/>
        </a:xfrm>
        <a:prstGeom prst="ellipse">
          <a:avLst/>
        </a:prstGeom>
        <a:solidFill>
          <a:srgbClr val="621333">
            <a:alpha val="50000"/>
          </a:srgb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42195" tIns="20320" rIns="142195" bIns="20320" numCol="1" spcCol="1270" anchor="ctr" anchorCtr="0">
          <a:noAutofit/>
        </a:bodyPr>
        <a:lstStyle/>
        <a:p>
          <a:pPr marL="0" lvl="0" indent="0" algn="ctr" defTabSz="711200">
            <a:lnSpc>
              <a:spcPct val="90000"/>
            </a:lnSpc>
            <a:spcBef>
              <a:spcPct val="0"/>
            </a:spcBef>
            <a:spcAft>
              <a:spcPct val="35000"/>
            </a:spcAft>
            <a:buNone/>
          </a:pPr>
          <a:r>
            <a:rPr lang="es-MX" sz="1600" kern="1200" noProof="0" dirty="0">
              <a:latin typeface="Noto Sans" panose="020B0502040504020204" pitchFamily="34" charset="0"/>
              <a:ea typeface="Noto Sans" panose="020B0502040504020204" pitchFamily="34" charset="0"/>
              <a:cs typeface="Noto Sans" panose="020B0502040504020204" pitchFamily="34" charset="0"/>
            </a:rPr>
            <a:t>V. Pérdida del carácter de beneficiario</a:t>
          </a:r>
        </a:p>
      </dsp:txBody>
      <dsp:txXfrm>
        <a:off x="8647850" y="983352"/>
        <a:ext cx="1827016" cy="18270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F2A629-48AE-4C5A-98F7-4274555D67F1}">
      <dsp:nvSpPr>
        <dsp:cNvPr id="0" name=""/>
        <dsp:cNvSpPr/>
      </dsp:nvSpPr>
      <dsp:spPr>
        <a:xfrm>
          <a:off x="859705" y="0"/>
          <a:ext cx="6127692" cy="2439112"/>
        </a:xfrm>
        <a:prstGeom prst="rect">
          <a:avLst/>
        </a:prstGeom>
        <a:solidFill>
          <a:srgbClr val="621333"/>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b="1" kern="1200" dirty="0">
              <a:ln>
                <a:noFill/>
              </a:ln>
              <a:solidFill>
                <a:schemeClr val="bg1"/>
              </a:solidFill>
              <a:effectLst/>
              <a:latin typeface="Noto Sans" panose="020B0502040504020204" pitchFamily="34" charset="0"/>
            </a:rPr>
            <a:t>Secretaría de Anticorrupción y Buen Gobierno</a:t>
          </a:r>
          <a:endParaRPr lang="es-MX" sz="1400" kern="1200" dirty="0">
            <a:ln>
              <a:noFill/>
            </a:ln>
            <a:solidFill>
              <a:schemeClr val="bg1"/>
            </a:solidFill>
            <a:effectLst/>
            <a:latin typeface="Arial" panose="020B0604020202020204" pitchFamily="34" charset="0"/>
          </a:endParaRPr>
        </a:p>
        <a:p>
          <a:pPr marL="0" lvl="0" indent="0" algn="just" defTabSz="622300">
            <a:lnSpc>
              <a:spcPct val="90000"/>
            </a:lnSpc>
            <a:spcBef>
              <a:spcPct val="0"/>
            </a:spcBef>
            <a:spcAft>
              <a:spcPct val="35000"/>
            </a:spcAft>
            <a:buNone/>
          </a:pPr>
          <a:r>
            <a:rPr lang="es-MX" sz="1400" kern="1200" dirty="0">
              <a:ln>
                <a:noFill/>
              </a:ln>
              <a:solidFill>
                <a:schemeClr val="bg1"/>
              </a:solidFill>
              <a:effectLst/>
              <a:latin typeface="Noto Sans" panose="020B0502040504020204" pitchFamily="34" charset="0"/>
            </a:rPr>
            <a:t>Las denuncias podrán realizarse a través del Sistema Integral de Denuncias Ciudadanas (SIDEC) en la liga electrónica  </a:t>
          </a:r>
          <a:r>
            <a:rPr lang="es-MX" sz="1400" u="sng" kern="1200" dirty="0">
              <a:ln>
                <a:noFill/>
              </a:ln>
              <a:solidFill>
                <a:srgbClr val="AB8422"/>
              </a:solidFill>
              <a:effectLst/>
              <a:latin typeface="Noto Sans" panose="020B0502040504020204" pitchFamily="34" charset="0"/>
            </a:rPr>
            <a:t>https://sidec.buengobierno.gob.mx </a:t>
          </a:r>
          <a:r>
            <a:rPr lang="es-MX" sz="1400" kern="1200" dirty="0">
              <a:ln>
                <a:noFill/>
              </a:ln>
              <a:solidFill>
                <a:schemeClr val="bg1"/>
              </a:solidFill>
              <a:effectLst/>
              <a:latin typeface="Noto Sans" panose="020B0502040504020204" pitchFamily="34" charset="0"/>
            </a:rPr>
            <a:t>las 24 horas del día, los 365 días del año; o por escrito ante la Secretaría Anticorrupción y Buen Gobierno, ubicada en Avenida Insurgentes Sur 1735, Colonia Guadalupe Inn, C. P. 01020, Alcaldía Álvaro Obregón, Ciudad de México.</a:t>
          </a:r>
          <a:endParaRPr lang="es-MX" sz="1400" kern="1200" dirty="0">
            <a:ln>
              <a:noFill/>
            </a:ln>
            <a:solidFill>
              <a:schemeClr val="bg1"/>
            </a:solidFill>
            <a:effectLst/>
            <a:latin typeface="Arial" panose="020B0604020202020204" pitchFamily="34" charset="0"/>
          </a:endParaRPr>
        </a:p>
        <a:p>
          <a:pPr marL="0" lvl="0" indent="0" algn="just" defTabSz="622300">
            <a:lnSpc>
              <a:spcPct val="90000"/>
            </a:lnSpc>
            <a:spcBef>
              <a:spcPct val="0"/>
            </a:spcBef>
            <a:spcAft>
              <a:spcPct val="35000"/>
            </a:spcAft>
            <a:buNone/>
          </a:pPr>
          <a:r>
            <a:rPr lang="es-MX" sz="1400" kern="1200" dirty="0">
              <a:ln>
                <a:noFill/>
              </a:ln>
              <a:solidFill>
                <a:schemeClr val="bg1"/>
              </a:solidFill>
              <a:effectLst/>
              <a:latin typeface="Noto Sans" panose="020B0502040504020204" pitchFamily="34" charset="0"/>
            </a:rPr>
            <a:t>En caso de requerir asesoría en la presentación de denuncias, podrán comunicarse a los teléfonos 55 2000 2000 y al número gratuito 800 112 87 00.</a:t>
          </a:r>
          <a:endParaRPr lang="es-MX" sz="1400" kern="1200" dirty="0">
            <a:solidFill>
              <a:schemeClr val="bg1"/>
            </a:solidFill>
          </a:endParaRPr>
        </a:p>
      </dsp:txBody>
      <dsp:txXfrm>
        <a:off x="859705" y="0"/>
        <a:ext cx="6127692" cy="2439112"/>
      </dsp:txXfrm>
    </dsp:sp>
    <dsp:sp modelId="{9B98AAD6-2AA4-4FCE-887D-B043D1F3209F}">
      <dsp:nvSpPr>
        <dsp:cNvPr id="0" name=""/>
        <dsp:cNvSpPr/>
      </dsp:nvSpPr>
      <dsp:spPr>
        <a:xfrm>
          <a:off x="7246735" y="0"/>
          <a:ext cx="5580674" cy="1111871"/>
        </a:xfrm>
        <a:prstGeom prst="rect">
          <a:avLst/>
        </a:prstGeom>
        <a:solidFill>
          <a:srgbClr val="621333"/>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b="1" kern="1200" dirty="0">
              <a:ln>
                <a:noFill/>
              </a:ln>
              <a:solidFill>
                <a:schemeClr val="bg1"/>
              </a:solidFill>
              <a:effectLst/>
              <a:latin typeface="Noto Sans" panose="020B0502040504020204" pitchFamily="34" charset="0"/>
            </a:rPr>
            <a:t>Subsecretaría de Educación Media Superior</a:t>
          </a:r>
          <a:endParaRPr lang="es-MX" sz="1400" kern="1200" dirty="0">
            <a:ln>
              <a:noFill/>
            </a:ln>
            <a:solidFill>
              <a:schemeClr val="bg1"/>
            </a:solidFill>
            <a:effectLst/>
            <a:latin typeface="Arial" panose="020B0604020202020204" pitchFamily="34" charset="0"/>
          </a:endParaRPr>
        </a:p>
        <a:p>
          <a:pPr marL="0" lvl="0" indent="0" algn="just" defTabSz="622300">
            <a:lnSpc>
              <a:spcPct val="90000"/>
            </a:lnSpc>
            <a:spcBef>
              <a:spcPct val="0"/>
            </a:spcBef>
            <a:spcAft>
              <a:spcPct val="35000"/>
            </a:spcAft>
            <a:buNone/>
          </a:pPr>
          <a:r>
            <a:rPr lang="es-MX" sz="1400" kern="1200" dirty="0">
              <a:ln>
                <a:noFill/>
              </a:ln>
              <a:solidFill>
                <a:schemeClr val="bg1"/>
              </a:solidFill>
              <a:effectLst/>
              <a:latin typeface="Noto Sans" panose="020B0502040504020204" pitchFamily="34" charset="0"/>
            </a:rPr>
            <a:t>Las denuncias o quejas podrán realizarse en el portal institucional </a:t>
          </a:r>
          <a:r>
            <a:rPr lang="es-MX" sz="1400" u="sng" kern="1200" dirty="0">
              <a:ln>
                <a:noFill/>
              </a:ln>
              <a:solidFill>
                <a:srgbClr val="AB8422"/>
              </a:solidFill>
              <a:effectLst/>
              <a:latin typeface="Noto Sans" panose="020B0502040504020204" pitchFamily="34" charset="0"/>
            </a:rPr>
            <a:t>http://contraloriasocial.sems.gob.mx</a:t>
          </a:r>
          <a:r>
            <a:rPr lang="es-MX" sz="1400" kern="1200" dirty="0">
              <a:ln>
                <a:noFill/>
              </a:ln>
              <a:solidFill>
                <a:schemeClr val="bg1"/>
              </a:solidFill>
              <a:effectLst/>
              <a:latin typeface="Noto Sans" panose="020B0502040504020204" pitchFamily="34" charset="0"/>
            </a:rPr>
            <a:t>.</a:t>
          </a:r>
          <a:endParaRPr lang="es-MX" sz="1400" kern="1200" dirty="0">
            <a:solidFill>
              <a:schemeClr val="bg1"/>
            </a:solidFill>
          </a:endParaRPr>
        </a:p>
      </dsp:txBody>
      <dsp:txXfrm>
        <a:off x="7246735" y="0"/>
        <a:ext cx="5580674" cy="1111871"/>
      </dsp:txXfrm>
    </dsp:sp>
    <dsp:sp modelId="{3107EFED-F47B-4E89-821F-570D14510BF2}">
      <dsp:nvSpPr>
        <dsp:cNvPr id="0" name=""/>
        <dsp:cNvSpPr/>
      </dsp:nvSpPr>
      <dsp:spPr>
        <a:xfrm>
          <a:off x="7130989" y="1316423"/>
          <a:ext cx="5580674" cy="3348404"/>
        </a:xfrm>
        <a:prstGeom prst="rect">
          <a:avLst/>
        </a:prstGeom>
        <a:solidFill>
          <a:srgbClr val="621333"/>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b="1" kern="1200" dirty="0">
              <a:ln>
                <a:noFill/>
              </a:ln>
              <a:solidFill>
                <a:schemeClr val="bg1"/>
              </a:solidFill>
              <a:effectLst/>
              <a:latin typeface="Noto Sans" panose="020B0502040504020204" pitchFamily="34" charset="0"/>
            </a:rPr>
            <a:t>Órgano Interno de Control</a:t>
          </a:r>
          <a:endParaRPr lang="es-MX" sz="1400" kern="1200" dirty="0">
            <a:ln>
              <a:noFill/>
            </a:ln>
            <a:solidFill>
              <a:schemeClr val="bg1"/>
            </a:solidFill>
            <a:effectLst/>
            <a:latin typeface="Arial" panose="020B0604020202020204" pitchFamily="34" charset="0"/>
          </a:endParaRPr>
        </a:p>
        <a:p>
          <a:pPr marL="0" lvl="0" indent="0" algn="just" defTabSz="622300">
            <a:lnSpc>
              <a:spcPct val="90000"/>
            </a:lnSpc>
            <a:spcBef>
              <a:spcPct val="0"/>
            </a:spcBef>
            <a:spcAft>
              <a:spcPct val="35000"/>
            </a:spcAft>
            <a:buNone/>
          </a:pPr>
          <a:r>
            <a:rPr lang="es-MX" sz="1400" kern="1200" dirty="0">
              <a:ln>
                <a:noFill/>
              </a:ln>
              <a:solidFill>
                <a:schemeClr val="bg1"/>
              </a:solidFill>
              <a:effectLst/>
              <a:latin typeface="Noto Sans" panose="020B0502040504020204" pitchFamily="34" charset="0"/>
            </a:rPr>
            <a:t>Comunicarse a los teléfonos (01-55) 36 01 86 50 extensiones 66224, 66242, 66243 y 66244, y la lada sin costo 01-800-22-88-368 en un horario 9:00 a 15:00 y de 16:00 a 18:00 horas, de lunes a viernes o por correo electrónico a la dirección </a:t>
          </a:r>
          <a:r>
            <a:rPr lang="es-MX" sz="1400" u="sng" kern="1200" dirty="0">
              <a:ln>
                <a:noFill/>
              </a:ln>
              <a:solidFill>
                <a:srgbClr val="AB8422"/>
              </a:solidFill>
              <a:effectLst/>
              <a:latin typeface="Noto Sans" panose="020B0502040504020204" pitchFamily="34" charset="0"/>
            </a:rPr>
            <a:t>quejas@nube.sep.gob.mx</a:t>
          </a:r>
          <a:r>
            <a:rPr lang="es-MX" sz="1400" kern="1200" dirty="0">
              <a:ln>
                <a:noFill/>
              </a:ln>
              <a:solidFill>
                <a:schemeClr val="bg1"/>
              </a:solidFill>
              <a:effectLst/>
              <a:latin typeface="Noto Sans" panose="020B0502040504020204" pitchFamily="34" charset="0"/>
            </a:rPr>
            <a:t>.</a:t>
          </a:r>
          <a:endParaRPr lang="es-MX" sz="1400" kern="1200" dirty="0">
            <a:ln>
              <a:noFill/>
            </a:ln>
            <a:solidFill>
              <a:schemeClr val="bg1"/>
            </a:solidFill>
            <a:effectLst/>
            <a:latin typeface="Arial" panose="020B0604020202020204" pitchFamily="34" charset="0"/>
          </a:endParaRPr>
        </a:p>
        <a:p>
          <a:pPr marL="0" lvl="0" indent="0" algn="just" defTabSz="622300">
            <a:lnSpc>
              <a:spcPct val="90000"/>
            </a:lnSpc>
            <a:spcBef>
              <a:spcPct val="0"/>
            </a:spcBef>
            <a:spcAft>
              <a:spcPct val="35000"/>
            </a:spcAft>
            <a:buNone/>
          </a:pPr>
          <a:r>
            <a:rPr lang="es-MX" sz="1400" kern="1200" dirty="0">
              <a:ln>
                <a:noFill/>
              </a:ln>
              <a:solidFill>
                <a:schemeClr val="bg1"/>
              </a:solidFill>
              <a:effectLst/>
              <a:latin typeface="Noto Sans" panose="020B0502040504020204" pitchFamily="34" charset="0"/>
            </a:rPr>
            <a:t>Acudir de manera personal al Área de Quejas de este Órgano Fiscalizador, ubicado en Avenida Universidad 1074, Colonia Xoco, C.P. 03330, Alcaldía Benito Juárez, Ciudad de México. Ingresar su escrito en la Oficialía de Partes Común, localizada en el referido domicilio de las 9:00 a 15:00 horas.</a:t>
          </a:r>
          <a:endParaRPr lang="es-MX" sz="1400" kern="1200" dirty="0">
            <a:solidFill>
              <a:schemeClr val="bg1"/>
            </a:solidFill>
          </a:endParaRPr>
        </a:p>
      </dsp:txBody>
      <dsp:txXfrm>
        <a:off x="7130989" y="1316423"/>
        <a:ext cx="5580674" cy="3348404"/>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1" name="Google Shape;6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1" name="Google Shape;10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2" name="Google Shape;1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dirty="0"/>
          </a:p>
        </p:txBody>
      </p:sp>
    </p:spTree>
    <p:extLst>
      <p:ext uri="{BB962C8B-B14F-4D97-AF65-F5344CB8AC3E}">
        <p14:creationId xmlns:p14="http://schemas.microsoft.com/office/powerpoint/2010/main" val="609497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dirty="0"/>
          </a:p>
        </p:txBody>
      </p:sp>
    </p:spTree>
    <p:extLst>
      <p:ext uri="{BB962C8B-B14F-4D97-AF65-F5344CB8AC3E}">
        <p14:creationId xmlns:p14="http://schemas.microsoft.com/office/powerpoint/2010/main" val="2142117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4" name="Google Shape;16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8"/>
        <p:cNvGrpSpPr/>
        <p:nvPr/>
      </p:nvGrpSpPr>
      <p:grpSpPr>
        <a:xfrm>
          <a:off x="0" y="0"/>
          <a:ext cx="0" cy="0"/>
          <a:chOff x="0" y="0"/>
          <a:chExt cx="0" cy="0"/>
        </a:xfrm>
      </p:grpSpPr>
      <p:pic>
        <p:nvPicPr>
          <p:cNvPr id="9" name="Google Shape;9;p15"/>
          <p:cNvPicPr preferRelativeResize="0"/>
          <p:nvPr/>
        </p:nvPicPr>
        <p:blipFill rotWithShape="1">
          <a:blip r:embed="rId2">
            <a:alphaModFix/>
          </a:blip>
          <a:srcRect/>
          <a:stretch/>
        </p:blipFill>
        <p:spPr>
          <a:xfrm>
            <a:off x="0" y="1785"/>
            <a:ext cx="12195175" cy="685621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10"/>
        <p:cNvGrpSpPr/>
        <p:nvPr/>
      </p:nvGrpSpPr>
      <p:grpSpPr>
        <a:xfrm>
          <a:off x="0" y="0"/>
          <a:ext cx="0" cy="0"/>
          <a:chOff x="0" y="0"/>
          <a:chExt cx="0" cy="0"/>
        </a:xfrm>
      </p:grpSpPr>
      <p:pic>
        <p:nvPicPr>
          <p:cNvPr id="11" name="Google Shape;11;p16"/>
          <p:cNvPicPr preferRelativeResize="0"/>
          <p:nvPr/>
        </p:nvPicPr>
        <p:blipFill rotWithShape="1">
          <a:blip r:embed="rId2">
            <a:alphaModFix/>
          </a:blip>
          <a:srcRect/>
          <a:stretch/>
        </p:blipFill>
        <p:spPr>
          <a:xfrm>
            <a:off x="-5707" y="1785"/>
            <a:ext cx="12195175" cy="685621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20"/>
        <p:cNvGrpSpPr/>
        <p:nvPr/>
      </p:nvGrpSpPr>
      <p:grpSpPr>
        <a:xfrm>
          <a:off x="0" y="0"/>
          <a:ext cx="0" cy="0"/>
          <a:chOff x="0" y="0"/>
          <a:chExt cx="0" cy="0"/>
        </a:xfrm>
      </p:grpSpPr>
      <p:pic>
        <p:nvPicPr>
          <p:cNvPr id="21" name="Google Shape;21;p18"/>
          <p:cNvPicPr preferRelativeResize="0"/>
          <p:nvPr/>
        </p:nvPicPr>
        <p:blipFill rotWithShape="1">
          <a:blip r:embed="rId2">
            <a:alphaModFix/>
          </a:blip>
          <a:srcRect/>
          <a:stretch/>
        </p:blipFill>
        <p:spPr>
          <a:xfrm>
            <a:off x="2466" y="0"/>
            <a:ext cx="12189532" cy="685938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vertical y texto">
  <p:cSld name="Título vertical y texto">
    <p:spTree>
      <p:nvGrpSpPr>
        <p:cNvPr id="1" name="Shape 24"/>
        <p:cNvGrpSpPr/>
        <p:nvPr/>
      </p:nvGrpSpPr>
      <p:grpSpPr>
        <a:xfrm>
          <a:off x="0" y="0"/>
          <a:ext cx="0" cy="0"/>
          <a:chOff x="0" y="0"/>
          <a:chExt cx="0" cy="0"/>
        </a:xfrm>
      </p:grpSpPr>
      <p:pic>
        <p:nvPicPr>
          <p:cNvPr id="25" name="Google Shape;25;p20"/>
          <p:cNvPicPr preferRelativeResize="0"/>
          <p:nvPr/>
        </p:nvPicPr>
        <p:blipFill rotWithShape="1">
          <a:blip r:embed="rId2">
            <a:alphaModFix/>
          </a:blip>
          <a:srcRect/>
          <a:stretch/>
        </p:blipFill>
        <p:spPr>
          <a:xfrm>
            <a:off x="2467" y="0"/>
            <a:ext cx="12187065"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8"/>
        <p:cNvGrpSpPr/>
        <p:nvPr/>
      </p:nvGrpSpPr>
      <p:grpSpPr>
        <a:xfrm>
          <a:off x="0" y="0"/>
          <a:ext cx="0" cy="0"/>
          <a:chOff x="0" y="0"/>
          <a:chExt cx="0" cy="0"/>
        </a:xfrm>
      </p:grpSpPr>
      <p:pic>
        <p:nvPicPr>
          <p:cNvPr id="29" name="Google Shape;29;p22"/>
          <p:cNvPicPr preferRelativeResize="0"/>
          <p:nvPr/>
        </p:nvPicPr>
        <p:blipFill rotWithShape="1">
          <a:blip r:embed="rId2">
            <a:alphaModFix/>
          </a:blip>
          <a:srcRect/>
          <a:stretch/>
        </p:blipFill>
        <p:spPr>
          <a:xfrm>
            <a:off x="2466" y="0"/>
            <a:ext cx="12263104" cy="690078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30"/>
        <p:cNvGrpSpPr/>
        <p:nvPr/>
      </p:nvGrpSpPr>
      <p:grpSpPr>
        <a:xfrm>
          <a:off x="0" y="0"/>
          <a:ext cx="0" cy="0"/>
          <a:chOff x="0" y="0"/>
          <a:chExt cx="0" cy="0"/>
        </a:xfrm>
      </p:grpSpPr>
      <p:pic>
        <p:nvPicPr>
          <p:cNvPr id="31" name="Google Shape;31;p23"/>
          <p:cNvPicPr preferRelativeResize="0"/>
          <p:nvPr/>
        </p:nvPicPr>
        <p:blipFill rotWithShape="1">
          <a:blip r:embed="rId2">
            <a:alphaModFix/>
          </a:blip>
          <a:srcRect/>
          <a:stretch/>
        </p:blipFill>
        <p:spPr>
          <a:xfrm>
            <a:off x="2466" y="0"/>
            <a:ext cx="12263104" cy="6900789"/>
          </a:xfrm>
          <a:prstGeom prst="rect">
            <a:avLst/>
          </a:prstGeom>
          <a:noFill/>
          <a:ln>
            <a:noFill/>
          </a:ln>
        </p:spPr>
      </p:pic>
      <p:sp>
        <p:nvSpPr>
          <p:cNvPr id="32" name="Google Shape;32;p23"/>
          <p:cNvSpPr/>
          <p:nvPr/>
        </p:nvSpPr>
        <p:spPr>
          <a:xfrm>
            <a:off x="9009888" y="3523553"/>
            <a:ext cx="2782975" cy="2548063"/>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alibri"/>
              <a:buNone/>
            </a:pPr>
            <a:r>
              <a:rPr lang="es-MX" sz="1800" b="0" i="0" u="none" strike="noStrike" cap="none" dirty="0">
                <a:solidFill>
                  <a:schemeClr val="lt1"/>
                </a:solidFill>
                <a:latin typeface="Calibri"/>
                <a:ea typeface="Calibri"/>
                <a:cs typeface="Calibri"/>
                <a:sym typeface="Calibri"/>
              </a:rPr>
              <a:t>RECUADRO PARA TRADUCCIÓN DE SEÑAS</a:t>
            </a:r>
            <a:endParaRPr sz="1800" dirty="0">
              <a:solidFill>
                <a:schemeClr val="dk1"/>
              </a:solidFill>
              <a:latin typeface="Calibri"/>
              <a:ea typeface="Calibri"/>
              <a:cs typeface="Calibri"/>
              <a:sym typeface="Calibri"/>
            </a:endParaRPr>
          </a:p>
        </p:txBody>
      </p:sp>
      <p:sp>
        <p:nvSpPr>
          <p:cNvPr id="33" name="Google Shape;33;p23"/>
          <p:cNvSpPr txBox="1"/>
          <p:nvPr/>
        </p:nvSpPr>
        <p:spPr>
          <a:xfrm>
            <a:off x="9680252" y="3853526"/>
            <a:ext cx="1495368" cy="3002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A42145"/>
              </a:buClr>
              <a:buSzPts val="1351"/>
              <a:buFont typeface="Calibri"/>
              <a:buNone/>
            </a:pPr>
            <a:r>
              <a:rPr lang="es-MX" sz="1351" b="0" i="0" u="none" strike="noStrike" cap="none" dirty="0">
                <a:solidFill>
                  <a:srgbClr val="A42145"/>
                </a:solidFill>
                <a:latin typeface="Calibri"/>
                <a:ea typeface="Calibri"/>
                <a:cs typeface="Calibri"/>
                <a:sym typeface="Calibri"/>
              </a:rPr>
              <a:t>(BORRAR)</a:t>
            </a:r>
            <a:endParaRPr sz="1800" dirty="0">
              <a:solidFill>
                <a:schemeClr val="dk1"/>
              </a:solidFill>
              <a:latin typeface="Calibri"/>
              <a:ea typeface="Calibri"/>
              <a:cs typeface="Calibri"/>
              <a:sym typeface="Calibri"/>
            </a:endParaRPr>
          </a:p>
        </p:txBody>
      </p:sp>
      <p:sp>
        <p:nvSpPr>
          <p:cNvPr id="34" name="Google Shape;34;p23"/>
          <p:cNvSpPr txBox="1">
            <a:spLocks noGrp="1"/>
          </p:cNvSpPr>
          <p:nvPr>
            <p:ph type="title"/>
          </p:nvPr>
        </p:nvSpPr>
        <p:spPr>
          <a:xfrm>
            <a:off x="6072783" y="786384"/>
            <a:ext cx="5720080" cy="206681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cxnSp>
        <p:nvCxnSpPr>
          <p:cNvPr id="35" name="Google Shape;35;p23"/>
          <p:cNvCxnSpPr/>
          <p:nvPr/>
        </p:nvCxnSpPr>
        <p:spPr>
          <a:xfrm>
            <a:off x="6182139" y="2932043"/>
            <a:ext cx="6209886" cy="0"/>
          </a:xfrm>
          <a:prstGeom prst="straightConnector1">
            <a:avLst/>
          </a:prstGeom>
          <a:noFill/>
          <a:ln w="38100" cap="flat" cmpd="sng">
            <a:solidFill>
              <a:srgbClr val="B7903D"/>
            </a:solidFill>
            <a:prstDash val="solid"/>
            <a:miter lim="800000"/>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36"/>
        <p:cNvGrpSpPr/>
        <p:nvPr/>
      </p:nvGrpSpPr>
      <p:grpSpPr>
        <a:xfrm>
          <a:off x="0" y="0"/>
          <a:ext cx="0" cy="0"/>
          <a:chOff x="0" y="0"/>
          <a:chExt cx="0" cy="0"/>
        </a:xfrm>
      </p:grpSpPr>
      <p:pic>
        <p:nvPicPr>
          <p:cNvPr id="37" name="Google Shape;37;p24"/>
          <p:cNvPicPr preferRelativeResize="0"/>
          <p:nvPr/>
        </p:nvPicPr>
        <p:blipFill rotWithShape="1">
          <a:blip r:embed="rId2">
            <a:alphaModFix/>
          </a:blip>
          <a:srcRect/>
          <a:stretch/>
        </p:blipFill>
        <p:spPr>
          <a:xfrm>
            <a:off x="-1" y="1785"/>
            <a:ext cx="12195175" cy="6856214"/>
          </a:xfrm>
          <a:prstGeom prst="rect">
            <a:avLst/>
          </a:prstGeom>
          <a:noFill/>
          <a:ln>
            <a:noFill/>
          </a:ln>
        </p:spPr>
      </p:pic>
      <p:pic>
        <p:nvPicPr>
          <p:cNvPr id="38" name="Google Shape;38;p24"/>
          <p:cNvPicPr preferRelativeResize="0"/>
          <p:nvPr/>
        </p:nvPicPr>
        <p:blipFill rotWithShape="1">
          <a:blip r:embed="rId3">
            <a:alphaModFix/>
          </a:blip>
          <a:srcRect/>
          <a:stretch/>
        </p:blipFill>
        <p:spPr>
          <a:xfrm>
            <a:off x="6704261" y="326026"/>
            <a:ext cx="5088602" cy="1131812"/>
          </a:xfrm>
          <a:prstGeom prst="rect">
            <a:avLst/>
          </a:prstGeom>
          <a:noFill/>
          <a:ln>
            <a:noFill/>
          </a:ln>
        </p:spPr>
      </p:pic>
      <p:sp>
        <p:nvSpPr>
          <p:cNvPr id="39" name="Google Shape;39;p24"/>
          <p:cNvSpPr txBox="1">
            <a:spLocks noGrp="1"/>
          </p:cNvSpPr>
          <p:nvPr>
            <p:ph type="title"/>
          </p:nvPr>
        </p:nvSpPr>
        <p:spPr>
          <a:xfrm>
            <a:off x="6072783" y="1457838"/>
            <a:ext cx="5720080" cy="206681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Diseño personalizado">
  <p:cSld name="1_Diseño personalizado">
    <p:spTree>
      <p:nvGrpSpPr>
        <p:cNvPr id="1" name="Shape 40"/>
        <p:cNvGrpSpPr/>
        <p:nvPr/>
      </p:nvGrpSpPr>
      <p:grpSpPr>
        <a:xfrm>
          <a:off x="0" y="0"/>
          <a:ext cx="0" cy="0"/>
          <a:chOff x="0" y="0"/>
          <a:chExt cx="0" cy="0"/>
        </a:xfrm>
      </p:grpSpPr>
      <p:pic>
        <p:nvPicPr>
          <p:cNvPr id="41" name="Google Shape;41;p25"/>
          <p:cNvPicPr preferRelativeResize="0"/>
          <p:nvPr/>
        </p:nvPicPr>
        <p:blipFill rotWithShape="1">
          <a:blip r:embed="rId2">
            <a:alphaModFix/>
          </a:blip>
          <a:srcRect/>
          <a:stretch/>
        </p:blipFill>
        <p:spPr>
          <a:xfrm>
            <a:off x="-92564" y="0"/>
            <a:ext cx="12349898" cy="69532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Diseño personalizado">
  <p:cSld name="2_Diseño personalizado">
    <p:spTree>
      <p:nvGrpSpPr>
        <p:cNvPr id="1" name="Shape 42"/>
        <p:cNvGrpSpPr/>
        <p:nvPr/>
      </p:nvGrpSpPr>
      <p:grpSpPr>
        <a:xfrm>
          <a:off x="0" y="0"/>
          <a:ext cx="0" cy="0"/>
          <a:chOff x="0" y="0"/>
          <a:chExt cx="0" cy="0"/>
        </a:xfrm>
      </p:grpSpPr>
      <p:pic>
        <p:nvPicPr>
          <p:cNvPr id="43" name="Google Shape;43;p26"/>
          <p:cNvPicPr preferRelativeResize="0"/>
          <p:nvPr/>
        </p:nvPicPr>
        <p:blipFill rotWithShape="1">
          <a:blip r:embed="rId2">
            <a:alphaModFix/>
          </a:blip>
          <a:srcRect/>
          <a:stretch/>
        </p:blipFill>
        <p:spPr>
          <a:xfrm>
            <a:off x="5640" y="0"/>
            <a:ext cx="12180721" cy="6858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Diseño personalizado">
  <p:cSld name="3_Diseño personalizado">
    <p:spTree>
      <p:nvGrpSpPr>
        <p:cNvPr id="1" name="Shape 44"/>
        <p:cNvGrpSpPr/>
        <p:nvPr/>
      </p:nvGrpSpPr>
      <p:grpSpPr>
        <a:xfrm>
          <a:off x="0" y="0"/>
          <a:ext cx="0" cy="0"/>
          <a:chOff x="0" y="0"/>
          <a:chExt cx="0" cy="0"/>
        </a:xfrm>
      </p:grpSpPr>
      <p:pic>
        <p:nvPicPr>
          <p:cNvPr id="45" name="Google Shape;45;p27"/>
          <p:cNvPicPr preferRelativeResize="0"/>
          <p:nvPr/>
        </p:nvPicPr>
        <p:blipFill rotWithShape="1">
          <a:blip r:embed="rId2">
            <a:alphaModFix/>
          </a:blip>
          <a:srcRect/>
          <a:stretch/>
        </p:blipFill>
        <p:spPr>
          <a:xfrm>
            <a:off x="5640" y="0"/>
            <a:ext cx="12180721" cy="68580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Diseño personalizado">
  <p:cSld name="4_Diseño personalizado">
    <p:spTree>
      <p:nvGrpSpPr>
        <p:cNvPr id="1" name="Shape 46"/>
        <p:cNvGrpSpPr/>
        <p:nvPr/>
      </p:nvGrpSpPr>
      <p:grpSpPr>
        <a:xfrm>
          <a:off x="0" y="0"/>
          <a:ext cx="0" cy="0"/>
          <a:chOff x="0" y="0"/>
          <a:chExt cx="0" cy="0"/>
        </a:xfrm>
      </p:grpSpPr>
      <p:pic>
        <p:nvPicPr>
          <p:cNvPr id="47" name="Google Shape;47;p28"/>
          <p:cNvPicPr preferRelativeResize="0"/>
          <p:nvPr/>
        </p:nvPicPr>
        <p:blipFill rotWithShape="1">
          <a:blip r:embed="rId2">
            <a:alphaModFix/>
          </a:blip>
          <a:srcRect/>
          <a:stretch/>
        </p:blipFill>
        <p:spPr>
          <a:xfrm>
            <a:off x="2466" y="0"/>
            <a:ext cx="12189532" cy="685938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5" r:id="rId4"/>
    <p:sldLayoutId id="2147483657" r:id="rId5"/>
    <p:sldLayoutId id="2147483658" r:id="rId6"/>
    <p:sldLayoutId id="2147483659" r:id="rId7"/>
    <p:sldLayoutId id="2147483660" r:id="rId8"/>
    <p:sldLayoutId id="2147483661" r:id="rId9"/>
    <p:sldLayoutId id="2147483662" r:id="rId10"/>
    <p:sldLayoutId id="214748366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educacionmediasuperior.sep.gob.mx/es_mx/sems/Criterios_Generales_para_distribucion_de_los_recursos_otorgados_a_traves_del_Programa_Presupuestario_U006_"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4.jp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microsoft.com/office/2007/relationships/hdphoto" Target="../media/hdphoto1.wdp"/><Relationship Id="rId4" Type="http://schemas.openxmlformats.org/officeDocument/2006/relationships/diagramLayout" Target="../diagrams/layout1.xml"/><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3.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png"/><Relationship Id="rId9" Type="http://schemas.openxmlformats.org/officeDocument/2006/relationships/image" Target="../media/image26.jpe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3.png"/><Relationship Id="rId7" Type="http://schemas.openxmlformats.org/officeDocument/2006/relationships/diagramColors" Target="../diagrams/colors7.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 Id="rId9"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hyperlink" Target="mailto:jasmin.rivera@sems.gob.mx" TargetMode="External"/><Relationship Id="rId2" Type="http://schemas.openxmlformats.org/officeDocument/2006/relationships/hyperlink" Target="mailto:arturo.ochoa@sems.gob.mx"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2"/>
        <p:cNvGrpSpPr/>
        <p:nvPr/>
      </p:nvGrpSpPr>
      <p:grpSpPr>
        <a:xfrm>
          <a:off x="0" y="0"/>
          <a:ext cx="0" cy="0"/>
          <a:chOff x="0" y="0"/>
          <a:chExt cx="0" cy="0"/>
        </a:xfrm>
      </p:grpSpPr>
      <p:sp>
        <p:nvSpPr>
          <p:cNvPr id="63" name="Google Shape;63;p2"/>
          <p:cNvSpPr txBox="1"/>
          <p:nvPr/>
        </p:nvSpPr>
        <p:spPr>
          <a:xfrm>
            <a:off x="1524000" y="1808921"/>
            <a:ext cx="9144000" cy="876093"/>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EDD899"/>
              </a:buClr>
              <a:buSzPts val="4400"/>
              <a:buFont typeface="Noto Sans"/>
              <a:buNone/>
            </a:pPr>
            <a:r>
              <a:rPr lang="es-MX" sz="4400" b="1" i="0" u="none" strike="noStrike" cap="none" noProof="0" dirty="0">
                <a:solidFill>
                  <a:srgbClr val="EDD899"/>
                </a:solidFill>
                <a:latin typeface="Noto Sans"/>
                <a:ea typeface="Noto Sans"/>
                <a:cs typeface="Noto Sans"/>
                <a:sym typeface="Noto Sans"/>
              </a:rPr>
              <a:t>Contraloría Social</a:t>
            </a:r>
            <a:endParaRPr lang="es-MX" noProof="0" dirty="0"/>
          </a:p>
        </p:txBody>
      </p:sp>
      <p:cxnSp>
        <p:nvCxnSpPr>
          <p:cNvPr id="64" name="Google Shape;64;p2"/>
          <p:cNvCxnSpPr/>
          <p:nvPr/>
        </p:nvCxnSpPr>
        <p:spPr>
          <a:xfrm rot="10800000" flipH="1">
            <a:off x="2558950" y="2763600"/>
            <a:ext cx="7199100" cy="34200"/>
          </a:xfrm>
          <a:prstGeom prst="straightConnector1">
            <a:avLst/>
          </a:prstGeom>
          <a:noFill/>
          <a:ln w="38100" cap="flat" cmpd="sng">
            <a:solidFill>
              <a:srgbClr val="EDD899"/>
            </a:solidFill>
            <a:prstDash val="solid"/>
            <a:miter lim="800000"/>
            <a:headEnd type="none" w="sm" len="sm"/>
            <a:tailEnd type="none" w="sm" len="sm"/>
          </a:ln>
        </p:spPr>
      </p:cxnSp>
      <p:sp>
        <p:nvSpPr>
          <p:cNvPr id="69" name="Google Shape;69;p2"/>
          <p:cNvSpPr txBox="1"/>
          <p:nvPr/>
        </p:nvSpPr>
        <p:spPr>
          <a:xfrm>
            <a:off x="1524000" y="3127007"/>
            <a:ext cx="9144000" cy="464594"/>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2800"/>
              <a:buFont typeface="Arial"/>
              <a:buNone/>
            </a:pPr>
            <a:r>
              <a:rPr lang="es-MX" sz="2800" noProof="0" dirty="0">
                <a:solidFill>
                  <a:schemeClr val="lt1"/>
                </a:solidFill>
                <a:latin typeface="Noto Sans"/>
                <a:ea typeface="Noto Sans"/>
                <a:cs typeface="Noto Sans"/>
                <a:sym typeface="Noto Sans"/>
              </a:rPr>
              <a:t>Programa Presupuestario U006</a:t>
            </a:r>
          </a:p>
          <a:p>
            <a:pPr marL="0" marR="0" lvl="0" indent="0" algn="ctr" rtl="0">
              <a:lnSpc>
                <a:spcPct val="90000"/>
              </a:lnSpc>
              <a:spcBef>
                <a:spcPts val="0"/>
              </a:spcBef>
              <a:spcAft>
                <a:spcPts val="0"/>
              </a:spcAft>
              <a:buClr>
                <a:schemeClr val="lt1"/>
              </a:buClr>
              <a:buSzPts val="2800"/>
              <a:buFont typeface="Arial"/>
              <a:buNone/>
            </a:pPr>
            <a:r>
              <a:rPr lang="es-MX" sz="2800" b="0" i="0" u="none" strike="noStrike" cap="none" noProof="0" dirty="0">
                <a:solidFill>
                  <a:schemeClr val="lt1"/>
                </a:solidFill>
                <a:latin typeface="Noto Sans"/>
                <a:ea typeface="Noto Sans"/>
                <a:cs typeface="Noto Sans"/>
                <a:sym typeface="Noto Sans"/>
              </a:rPr>
              <a:t>“Subsidios para Organism</a:t>
            </a:r>
            <a:r>
              <a:rPr lang="es-MX" sz="2800" noProof="0" dirty="0">
                <a:solidFill>
                  <a:schemeClr val="lt1"/>
                </a:solidFill>
                <a:latin typeface="Noto Sans"/>
                <a:ea typeface="Noto Sans"/>
                <a:cs typeface="Noto Sans"/>
                <a:sym typeface="Noto Sans"/>
              </a:rPr>
              <a:t>os Descentralizados Estatales”</a:t>
            </a:r>
            <a:endParaRPr lang="es-MX" sz="2800" b="0" i="0" u="none" strike="noStrike" cap="none" noProof="0" dirty="0">
              <a:solidFill>
                <a:schemeClr val="lt1"/>
              </a:solidFill>
              <a:latin typeface="Calibri"/>
              <a:ea typeface="Calibri"/>
              <a:cs typeface="Calibri"/>
              <a:sym typeface="Calibri"/>
            </a:endParaRPr>
          </a:p>
          <a:p>
            <a:pPr marL="228600" marR="0" lvl="0" indent="-50800" algn="l" rtl="0">
              <a:lnSpc>
                <a:spcPct val="90000"/>
              </a:lnSpc>
              <a:spcBef>
                <a:spcPts val="1000"/>
              </a:spcBef>
              <a:spcAft>
                <a:spcPts val="0"/>
              </a:spcAft>
              <a:buClr>
                <a:schemeClr val="dk1"/>
              </a:buClr>
              <a:buSzPts val="2800"/>
              <a:buFont typeface="Arial"/>
              <a:buNone/>
            </a:pPr>
            <a:endParaRPr lang="es-MX" sz="2800" b="0" i="0" u="none" strike="noStrike" cap="none" noProof="0" dirty="0">
              <a:solidFill>
                <a:schemeClr val="lt1"/>
              </a:solidFill>
              <a:latin typeface="Calibri"/>
              <a:ea typeface="Calibri"/>
              <a:cs typeface="Calibri"/>
              <a:sym typeface="Calibri"/>
            </a:endParaRPr>
          </a:p>
        </p:txBody>
      </p:sp>
      <p:sp>
        <p:nvSpPr>
          <p:cNvPr id="3" name="Google Shape;69;p2">
            <a:extLst>
              <a:ext uri="{FF2B5EF4-FFF2-40B4-BE49-F238E27FC236}">
                <a16:creationId xmlns:a16="http://schemas.microsoft.com/office/drawing/2014/main" id="{F6D8CEC8-4356-D0F1-9E3D-2FB21E481296}"/>
              </a:ext>
            </a:extLst>
          </p:cNvPr>
          <p:cNvSpPr txBox="1"/>
          <p:nvPr/>
        </p:nvSpPr>
        <p:spPr>
          <a:xfrm>
            <a:off x="2870292" y="5552741"/>
            <a:ext cx="9144000" cy="464594"/>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lt1"/>
              </a:buClr>
              <a:buSzPts val="2800"/>
              <a:buFont typeface="Arial"/>
              <a:buNone/>
            </a:pPr>
            <a:r>
              <a:rPr lang="es-MX" sz="2200" noProof="0" dirty="0">
                <a:solidFill>
                  <a:schemeClr val="lt1"/>
                </a:solidFill>
                <a:latin typeface="Noto Sans" panose="020B0502040504020204" pitchFamily="34" charset="0"/>
                <a:ea typeface="Noto Sans" panose="020B0502040504020204" pitchFamily="34" charset="0"/>
                <a:cs typeface="Noto Sans" panose="020B0502040504020204" pitchFamily="34" charset="0"/>
                <a:sym typeface="Noto Sans"/>
              </a:rPr>
              <a:t>Coordinación Sectorial de Planeación y Administración</a:t>
            </a:r>
          </a:p>
          <a:p>
            <a:pPr marL="0" marR="0" lvl="0" indent="0" algn="r" rtl="0">
              <a:lnSpc>
                <a:spcPct val="90000"/>
              </a:lnSpc>
              <a:spcBef>
                <a:spcPts val="0"/>
              </a:spcBef>
              <a:spcAft>
                <a:spcPts val="0"/>
              </a:spcAft>
              <a:buClr>
                <a:schemeClr val="lt1"/>
              </a:buClr>
              <a:buSzPts val="2800"/>
              <a:buFont typeface="Arial"/>
              <a:buNone/>
            </a:pPr>
            <a:r>
              <a:rPr lang="es-MX" sz="2200" b="0" i="0" u="none" strike="noStrike" cap="none" noProof="0" dirty="0">
                <a:solidFill>
                  <a:schemeClr val="lt1"/>
                </a:solidFill>
                <a:latin typeface="Noto Sans" panose="020B0502040504020204" pitchFamily="34" charset="0"/>
                <a:ea typeface="Noto Sans" panose="020B0502040504020204" pitchFamily="34" charset="0"/>
                <a:cs typeface="Noto Sans" panose="020B0502040504020204" pitchFamily="34" charset="0"/>
                <a:sym typeface="Noto Sans"/>
              </a:rPr>
              <a:t>Dirección de Subsidios y Presupuesto de Planteles de ODES</a:t>
            </a:r>
            <a:endParaRPr lang="es-MX" sz="2200" b="0" i="0" u="none" strike="noStrike" cap="none" noProof="0" dirty="0">
              <a:solidFill>
                <a:schemeClr val="lt1"/>
              </a:solidFill>
              <a:latin typeface="Noto Sans" panose="020B0502040504020204" pitchFamily="34" charset="0"/>
              <a:ea typeface="Noto Sans" panose="020B0502040504020204" pitchFamily="34" charset="0"/>
              <a:cs typeface="Noto Sans" panose="020B0502040504020204" pitchFamily="34" charset="0"/>
              <a:sym typeface="Calibri"/>
            </a:endParaRPr>
          </a:p>
          <a:p>
            <a:pPr marL="228600" marR="0" lvl="0" indent="-50800" algn="r" rtl="0">
              <a:lnSpc>
                <a:spcPct val="90000"/>
              </a:lnSpc>
              <a:spcBef>
                <a:spcPts val="1000"/>
              </a:spcBef>
              <a:spcAft>
                <a:spcPts val="0"/>
              </a:spcAft>
              <a:buClr>
                <a:schemeClr val="dk1"/>
              </a:buClr>
              <a:buSzPts val="2800"/>
              <a:buFont typeface="Arial"/>
              <a:buNone/>
            </a:pPr>
            <a:endParaRPr lang="es-MX" sz="2200" b="0" i="0" u="none" strike="noStrike" cap="none" noProof="0" dirty="0">
              <a:solidFill>
                <a:schemeClr val="lt1"/>
              </a:solidFill>
              <a:latin typeface="Noto Sans" panose="020B0502040504020204" pitchFamily="34" charset="0"/>
              <a:ea typeface="Noto Sans" panose="020B0502040504020204" pitchFamily="34" charset="0"/>
              <a:cs typeface="Noto Sans" panose="020B0502040504020204" pitchFamily="34" charset="0"/>
              <a:sym typeface="Calibri"/>
            </a:endParaRPr>
          </a:p>
        </p:txBody>
      </p:sp>
      <p:grpSp>
        <p:nvGrpSpPr>
          <p:cNvPr id="5" name="Grupo 4">
            <a:extLst>
              <a:ext uri="{FF2B5EF4-FFF2-40B4-BE49-F238E27FC236}">
                <a16:creationId xmlns:a16="http://schemas.microsoft.com/office/drawing/2014/main" id="{7AB449EC-A3AC-7AA2-9536-59545410F259}"/>
              </a:ext>
            </a:extLst>
          </p:cNvPr>
          <p:cNvGrpSpPr/>
          <p:nvPr/>
        </p:nvGrpSpPr>
        <p:grpSpPr>
          <a:xfrm>
            <a:off x="3283476" y="200579"/>
            <a:ext cx="5235491" cy="1132339"/>
            <a:chOff x="3283476" y="200579"/>
            <a:chExt cx="5235491" cy="1132339"/>
          </a:xfrm>
        </p:grpSpPr>
        <p:pic>
          <p:nvPicPr>
            <p:cNvPr id="68" name="Google Shape;68;p2"/>
            <p:cNvPicPr preferRelativeResize="0"/>
            <p:nvPr/>
          </p:nvPicPr>
          <p:blipFill rotWithShape="1">
            <a:blip r:embed="rId4">
              <a:alphaModFix/>
            </a:blip>
            <a:srcRect r="36251"/>
            <a:stretch/>
          </p:blipFill>
          <p:spPr>
            <a:xfrm>
              <a:off x="3283476" y="200579"/>
              <a:ext cx="3213577" cy="1132339"/>
            </a:xfrm>
            <a:prstGeom prst="rect">
              <a:avLst/>
            </a:prstGeom>
            <a:noFill/>
            <a:ln>
              <a:noFill/>
            </a:ln>
          </p:spPr>
        </p:pic>
        <p:sp>
          <p:nvSpPr>
            <p:cNvPr id="6" name="CuadroTexto 5">
              <a:extLst>
                <a:ext uri="{FF2B5EF4-FFF2-40B4-BE49-F238E27FC236}">
                  <a16:creationId xmlns:a16="http://schemas.microsoft.com/office/drawing/2014/main" id="{82E3493F-241D-D1FD-A77E-B4E7E363D4B9}"/>
                </a:ext>
              </a:extLst>
            </p:cNvPr>
            <p:cNvSpPr txBox="1"/>
            <p:nvPr/>
          </p:nvSpPr>
          <p:spPr>
            <a:xfrm>
              <a:off x="6365618" y="451277"/>
              <a:ext cx="2153349" cy="707886"/>
            </a:xfrm>
            <a:prstGeom prst="rect">
              <a:avLst/>
            </a:prstGeom>
            <a:noFill/>
          </p:spPr>
          <p:txBody>
            <a:bodyPr wrap="square" rtlCol="0">
              <a:spAutoFit/>
            </a:bodyPr>
            <a:lstStyle/>
            <a:p>
              <a:r>
                <a:rPr lang="es-MX" sz="3200" noProof="0" dirty="0">
                  <a:solidFill>
                    <a:schemeClr val="bg1"/>
                  </a:solidFill>
                  <a:latin typeface="Patria" pitchFamily="50" charset="0"/>
                  <a:ea typeface="Noto Sans" panose="020B0502040504020204" pitchFamily="34" charset="0"/>
                  <a:cs typeface="Noto Sans" panose="020B0502040504020204" pitchFamily="34" charset="0"/>
                </a:rPr>
                <a:t>Educación</a:t>
              </a:r>
            </a:p>
            <a:p>
              <a:r>
                <a:rPr lang="es-MX" sz="800" noProof="0" dirty="0">
                  <a:solidFill>
                    <a:schemeClr val="bg1"/>
                  </a:solidFill>
                  <a:latin typeface="Patria" pitchFamily="50" charset="0"/>
                  <a:ea typeface="Noto Sans" panose="020B0502040504020204" pitchFamily="34" charset="0"/>
                  <a:cs typeface="Noto Sans" panose="020B0502040504020204" pitchFamily="34" charset="0"/>
                </a:rPr>
                <a:t>Secretaría de Educación Pública</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
        <p:cNvGrpSpPr/>
        <p:nvPr/>
      </p:nvGrpSpPr>
      <p:grpSpPr>
        <a:xfrm>
          <a:off x="0" y="0"/>
          <a:ext cx="0" cy="0"/>
          <a:chOff x="0" y="0"/>
          <a:chExt cx="0" cy="0"/>
        </a:xfrm>
      </p:grpSpPr>
      <p:sp>
        <p:nvSpPr>
          <p:cNvPr id="106" name="Google Shape;106;p6"/>
          <p:cNvSpPr txBox="1">
            <a:spLocks noGrp="1"/>
          </p:cNvSpPr>
          <p:nvPr>
            <p:ph type="title"/>
          </p:nvPr>
        </p:nvSpPr>
        <p:spPr>
          <a:xfrm>
            <a:off x="2656459" y="424338"/>
            <a:ext cx="5721300" cy="2067000"/>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6E152E"/>
              </a:buClr>
              <a:buSzPts val="4400"/>
              <a:buFont typeface="Montserrat SemiBold"/>
              <a:buNone/>
            </a:pPr>
            <a:r>
              <a:rPr lang="es-MX" sz="3600" b="1" i="0" u="none" strike="noStrike" cap="none" noProof="0" dirty="0">
                <a:solidFill>
                  <a:srgbClr val="691932"/>
                </a:solidFill>
                <a:latin typeface="Noto Sans"/>
                <a:ea typeface="Noto Sans"/>
                <a:cs typeface="Noto Sans"/>
                <a:sym typeface="Noto Sans"/>
              </a:rPr>
              <a:t>ORDEN DEL DÍA</a:t>
            </a:r>
          </a:p>
        </p:txBody>
      </p:sp>
      <p:cxnSp>
        <p:nvCxnSpPr>
          <p:cNvPr id="107" name="Google Shape;107;p6"/>
          <p:cNvCxnSpPr/>
          <p:nvPr/>
        </p:nvCxnSpPr>
        <p:spPr>
          <a:xfrm>
            <a:off x="2730526" y="2612934"/>
            <a:ext cx="5573166" cy="0"/>
          </a:xfrm>
          <a:prstGeom prst="straightConnector1">
            <a:avLst/>
          </a:prstGeom>
          <a:noFill/>
          <a:ln w="38100" cap="flat" cmpd="sng">
            <a:solidFill>
              <a:srgbClr val="B7903D"/>
            </a:solidFill>
            <a:prstDash val="solid"/>
            <a:miter lim="800000"/>
            <a:headEnd type="none" w="sm" len="sm"/>
            <a:tailEnd type="none" w="sm" len="sm"/>
          </a:ln>
        </p:spPr>
      </p:cxnSp>
      <p:grpSp>
        <p:nvGrpSpPr>
          <p:cNvPr id="5" name="Grupo 4">
            <a:extLst>
              <a:ext uri="{FF2B5EF4-FFF2-40B4-BE49-F238E27FC236}">
                <a16:creationId xmlns:a16="http://schemas.microsoft.com/office/drawing/2014/main" id="{8DDF0321-39E5-B00F-3120-DDAA53EB5806}"/>
              </a:ext>
            </a:extLst>
          </p:cNvPr>
          <p:cNvGrpSpPr/>
          <p:nvPr/>
        </p:nvGrpSpPr>
        <p:grpSpPr>
          <a:xfrm>
            <a:off x="2656434" y="326026"/>
            <a:ext cx="5202776" cy="1131812"/>
            <a:chOff x="2656434" y="326026"/>
            <a:chExt cx="5202776" cy="1131812"/>
          </a:xfrm>
        </p:grpSpPr>
        <p:pic>
          <p:nvPicPr>
            <p:cNvPr id="108" name="Google Shape;108;p6"/>
            <p:cNvPicPr preferRelativeResize="0"/>
            <p:nvPr/>
          </p:nvPicPr>
          <p:blipFill rotWithShape="1">
            <a:blip r:embed="rId4">
              <a:alphaModFix/>
            </a:blip>
            <a:srcRect r="40073"/>
            <a:stretch/>
          </p:blipFill>
          <p:spPr>
            <a:xfrm>
              <a:off x="2656434" y="326026"/>
              <a:ext cx="3049427" cy="1131812"/>
            </a:xfrm>
            <a:prstGeom prst="rect">
              <a:avLst/>
            </a:prstGeom>
            <a:noFill/>
            <a:ln>
              <a:noFill/>
            </a:ln>
          </p:spPr>
        </p:pic>
        <p:sp>
          <p:nvSpPr>
            <p:cNvPr id="2" name="CuadroTexto 1">
              <a:extLst>
                <a:ext uri="{FF2B5EF4-FFF2-40B4-BE49-F238E27FC236}">
                  <a16:creationId xmlns:a16="http://schemas.microsoft.com/office/drawing/2014/main" id="{56E1ADF3-26D6-C307-E061-D2A91A62E16C}"/>
                </a:ext>
              </a:extLst>
            </p:cNvPr>
            <p:cNvSpPr txBox="1"/>
            <p:nvPr/>
          </p:nvSpPr>
          <p:spPr>
            <a:xfrm>
              <a:off x="5705861" y="549940"/>
              <a:ext cx="2153349" cy="707886"/>
            </a:xfrm>
            <a:prstGeom prst="rect">
              <a:avLst/>
            </a:prstGeom>
            <a:noFill/>
          </p:spPr>
          <p:txBody>
            <a:bodyPr wrap="square" rtlCol="0">
              <a:spAutoFit/>
            </a:bodyPr>
            <a:lstStyle/>
            <a:p>
              <a:r>
                <a:rPr lang="es-MX" sz="3200" noProof="0" dirty="0">
                  <a:solidFill>
                    <a:srgbClr val="621333"/>
                  </a:solidFill>
                  <a:latin typeface="Patria" pitchFamily="50" charset="0"/>
                  <a:ea typeface="Noto Sans" panose="020B0502040504020204" pitchFamily="34" charset="0"/>
                  <a:cs typeface="Noto Sans" panose="020B0502040504020204" pitchFamily="34" charset="0"/>
                </a:rPr>
                <a:t>Educación</a:t>
              </a:r>
            </a:p>
            <a:p>
              <a:r>
                <a:rPr lang="es-MX" sz="800" noProof="0" dirty="0">
                  <a:solidFill>
                    <a:srgbClr val="621333"/>
                  </a:solidFill>
                  <a:latin typeface="Patria" pitchFamily="50" charset="0"/>
                  <a:ea typeface="Noto Sans" panose="020B0502040504020204" pitchFamily="34" charset="0"/>
                  <a:cs typeface="Noto Sans" panose="020B0502040504020204" pitchFamily="34" charset="0"/>
                </a:rPr>
                <a:t>Secretaría de Educación Pública</a:t>
              </a:r>
            </a:p>
          </p:txBody>
        </p:sp>
      </p:grpSp>
      <p:sp>
        <p:nvSpPr>
          <p:cNvPr id="3" name="CuadroTexto 2">
            <a:extLst>
              <a:ext uri="{FF2B5EF4-FFF2-40B4-BE49-F238E27FC236}">
                <a16:creationId xmlns:a16="http://schemas.microsoft.com/office/drawing/2014/main" id="{367EE532-10FE-156A-892A-ADB41A7D7E16}"/>
              </a:ext>
            </a:extLst>
          </p:cNvPr>
          <p:cNvSpPr txBox="1"/>
          <p:nvPr/>
        </p:nvSpPr>
        <p:spPr>
          <a:xfrm>
            <a:off x="2730526" y="2871843"/>
            <a:ext cx="6301648" cy="2308324"/>
          </a:xfrm>
          <a:prstGeom prst="rect">
            <a:avLst/>
          </a:prstGeom>
          <a:noFill/>
        </p:spPr>
        <p:txBody>
          <a:bodyPr wrap="square" rtlCol="0">
            <a:spAutoFit/>
          </a:bodyPr>
          <a:lstStyle/>
          <a:p>
            <a:pPr marL="342900" indent="-342900">
              <a:buAutoNum type="arabicPeriod"/>
            </a:pPr>
            <a:r>
              <a:rPr lang="es-MX" sz="1600" dirty="0">
                <a:latin typeface="Noto Sans" panose="020B0502040504020204" pitchFamily="34" charset="0"/>
                <a:ea typeface="Noto Sans" panose="020B0502040504020204" pitchFamily="34" charset="0"/>
                <a:cs typeface="Noto Sans" panose="020B0502040504020204" pitchFamily="34" charset="0"/>
              </a:rPr>
              <a:t>Bienvenida</a:t>
            </a:r>
          </a:p>
          <a:p>
            <a:pPr marL="342900" indent="-342900">
              <a:buAutoNum type="arabicPeriod"/>
            </a:pPr>
            <a:r>
              <a:rPr lang="es-MX" sz="1600" dirty="0">
                <a:latin typeface="Noto Sans" panose="020B0502040504020204" pitchFamily="34" charset="0"/>
                <a:ea typeface="Noto Sans" panose="020B0502040504020204" pitchFamily="34" charset="0"/>
                <a:cs typeface="Noto Sans" panose="020B0502040504020204" pitchFamily="34" charset="0"/>
              </a:rPr>
              <a:t>Pase de lista y presentación</a:t>
            </a:r>
          </a:p>
          <a:p>
            <a:pPr marL="342900" indent="-342900">
              <a:buAutoNum type="arabicPeriod"/>
            </a:pPr>
            <a:r>
              <a:rPr lang="es-MX" sz="1600" dirty="0">
                <a:latin typeface="Noto Sans" panose="020B0502040504020204" pitchFamily="34" charset="0"/>
                <a:ea typeface="Noto Sans" panose="020B0502040504020204" pitchFamily="34" charset="0"/>
                <a:cs typeface="Noto Sans" panose="020B0502040504020204" pitchFamily="34" charset="0"/>
              </a:rPr>
              <a:t>Capacitación</a:t>
            </a:r>
          </a:p>
          <a:p>
            <a:pPr marL="342900" indent="-342900">
              <a:buAutoNum type="arabicPeriod"/>
            </a:pPr>
            <a:r>
              <a:rPr lang="es-MX" sz="1600" dirty="0">
                <a:latin typeface="Noto Sans" panose="020B0502040504020204" pitchFamily="34" charset="0"/>
                <a:ea typeface="Noto Sans" panose="020B0502040504020204" pitchFamily="34" charset="0"/>
                <a:cs typeface="Noto Sans" panose="020B0502040504020204" pitchFamily="34" charset="0"/>
              </a:rPr>
              <a:t>Dudas y preguntas</a:t>
            </a:r>
          </a:p>
          <a:p>
            <a:pPr marL="342900" indent="-342900">
              <a:buAutoNum type="arabicPeriod"/>
            </a:pPr>
            <a:r>
              <a:rPr lang="es-MX" sz="1600" dirty="0">
                <a:latin typeface="Noto Sans" panose="020B0502040504020204" pitchFamily="34" charset="0"/>
                <a:ea typeface="Noto Sans" panose="020B0502040504020204" pitchFamily="34" charset="0"/>
                <a:cs typeface="Noto Sans" panose="020B0502040504020204" pitchFamily="34" charset="0"/>
              </a:rPr>
              <a:t>Revisión del Plan Anual de Trabajo de Contraloría Social (PATCS)</a:t>
            </a:r>
          </a:p>
          <a:p>
            <a:pPr marL="342900" indent="-342900">
              <a:buAutoNum type="arabicPeriod"/>
            </a:pPr>
            <a:r>
              <a:rPr lang="es-MX" sz="1600" dirty="0">
                <a:latin typeface="Noto Sans" panose="020B0502040504020204" pitchFamily="34" charset="0"/>
                <a:ea typeface="Noto Sans" panose="020B0502040504020204" pitchFamily="34" charset="0"/>
                <a:cs typeface="Noto Sans" panose="020B0502040504020204" pitchFamily="34" charset="0"/>
              </a:rPr>
              <a:t>Acuerdos</a:t>
            </a:r>
          </a:p>
          <a:p>
            <a:pPr marL="342900" indent="-342900">
              <a:buAutoNum type="arabicPeriod"/>
            </a:pPr>
            <a:r>
              <a:rPr lang="es-MX" sz="1600" dirty="0">
                <a:latin typeface="Noto Sans" panose="020B0502040504020204" pitchFamily="34" charset="0"/>
                <a:ea typeface="Noto Sans" panose="020B0502040504020204" pitchFamily="34" charset="0"/>
                <a:cs typeface="Noto Sans" panose="020B0502040504020204" pitchFamily="34" charset="0"/>
              </a:rPr>
              <a:t>Cierre</a:t>
            </a:r>
          </a:p>
          <a:p>
            <a:pPr marL="342900" indent="-342900">
              <a:buAutoNum type="arabicPeriod"/>
            </a:pPr>
            <a:endParaRPr lang="es-MX" sz="1600" dirty="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9;p8">
            <a:extLst>
              <a:ext uri="{FF2B5EF4-FFF2-40B4-BE49-F238E27FC236}">
                <a16:creationId xmlns:a16="http://schemas.microsoft.com/office/drawing/2014/main" id="{FA5B04D6-F3A8-80CD-D245-F4EDEA00FC10}"/>
              </a:ext>
            </a:extLst>
          </p:cNvPr>
          <p:cNvSpPr txBox="1"/>
          <p:nvPr/>
        </p:nvSpPr>
        <p:spPr>
          <a:xfrm>
            <a:off x="426202" y="1529651"/>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Línea de operación </a:t>
            </a:r>
            <a:endParaRPr lang="es-MX" sz="2000" noProof="0" dirty="0">
              <a:solidFill>
                <a:srgbClr val="B7903D"/>
              </a:solidFill>
              <a:latin typeface="Calibri"/>
              <a:ea typeface="Calibri"/>
              <a:cs typeface="Calibri"/>
              <a:sym typeface="Calibri"/>
            </a:endParaRPr>
          </a:p>
        </p:txBody>
      </p:sp>
      <p:sp>
        <p:nvSpPr>
          <p:cNvPr id="3" name="Google Shape;130;p8">
            <a:extLst>
              <a:ext uri="{FF2B5EF4-FFF2-40B4-BE49-F238E27FC236}">
                <a16:creationId xmlns:a16="http://schemas.microsoft.com/office/drawing/2014/main" id="{8D1E9427-2D85-35A2-44F7-AD9FF5103CA9}"/>
              </a:ext>
            </a:extLst>
          </p:cNvPr>
          <p:cNvSpPr txBox="1"/>
          <p:nvPr/>
        </p:nvSpPr>
        <p:spPr>
          <a:xfrm>
            <a:off x="426203" y="2459524"/>
            <a:ext cx="11765797" cy="2677616"/>
          </a:xfrm>
          <a:prstGeom prst="rect">
            <a:avLst/>
          </a:prstGeom>
          <a:noFill/>
          <a:ln>
            <a:noFill/>
          </a:ln>
        </p:spPr>
        <p:txBody>
          <a:bodyPr spcFirstLastPara="1" wrap="square" lIns="91425" tIns="45700" rIns="91425" bIns="45700" anchor="t" anchorCtr="0">
            <a:spAutoFit/>
          </a:bodyPr>
          <a:lstStyle/>
          <a:p>
            <a:pPr algn="just">
              <a:lnSpc>
                <a:spcPct val="120000"/>
              </a:lnSpc>
            </a:pPr>
            <a:r>
              <a:rPr lang="es-MX" sz="2000" dirty="0">
                <a:latin typeface="Noto Sans" panose="020B0502040504020204" pitchFamily="34" charset="0"/>
                <a:ea typeface="Noto Sans" panose="020B0502040504020204" pitchFamily="34" charset="0"/>
                <a:cs typeface="Noto Sans" panose="020B0502040504020204" pitchFamily="34" charset="0"/>
              </a:rPr>
              <a:t>Los criterios generales para la distribución de los recursos otorgados a través del Programa presupuestario u006 “Subsidios para organismos descentralizados estatales”, establecen las líneas de acción para desarrollar la atención a la demanda de los servicios de educación media superior, los cuales se visualizan en la siguiente liga electrónica.</a:t>
            </a:r>
          </a:p>
          <a:p>
            <a:pPr algn="just">
              <a:lnSpc>
                <a:spcPct val="120000"/>
              </a:lnSpc>
            </a:pPr>
            <a:endParaRPr lang="es-MX" sz="2000" dirty="0">
              <a:latin typeface="Noto Sans" panose="020B0502040504020204" pitchFamily="34" charset="0"/>
              <a:ea typeface="Noto Sans" panose="020B0502040504020204" pitchFamily="34" charset="0"/>
              <a:cs typeface="Noto Sans" panose="020B0502040504020204" pitchFamily="34" charset="0"/>
            </a:endParaRPr>
          </a:p>
          <a:p>
            <a:pPr algn="just">
              <a:lnSpc>
                <a:spcPct val="120000"/>
              </a:lnSpc>
            </a:pPr>
            <a:r>
              <a:rPr lang="es-MX" sz="2000" dirty="0">
                <a:latin typeface="Noto Sans" panose="020B0502040504020204" pitchFamily="34" charset="0"/>
                <a:ea typeface="Noto Sans" panose="020B0502040504020204" pitchFamily="34" charset="0"/>
                <a:cs typeface="Noto Sans" panose="020B0502040504020204" pitchFamily="34" charset="0"/>
                <a:hlinkClick r:id="rId2"/>
              </a:rPr>
              <a:t>https://educacionmediasuperior.sep.gob.mx/es_mx/sems/Criterios_Generales_para_distribucion_de_los_recursos_otorgados_a_traves_del_Programa_Presupuestario_U006_</a:t>
            </a:r>
            <a:r>
              <a:rPr lang="es-MX" sz="2000" dirty="0">
                <a:latin typeface="Noto Sans" panose="020B0502040504020204" pitchFamily="34" charset="0"/>
                <a:ea typeface="Noto Sans" panose="020B0502040504020204" pitchFamily="34" charset="0"/>
                <a:cs typeface="Noto Sans" panose="020B0502040504020204" pitchFamily="34" charset="0"/>
              </a:rPr>
              <a:t> </a:t>
            </a:r>
          </a:p>
        </p:txBody>
      </p:sp>
      <p:pic>
        <p:nvPicPr>
          <p:cNvPr id="4" name="Imagen 3">
            <a:extLst>
              <a:ext uri="{FF2B5EF4-FFF2-40B4-BE49-F238E27FC236}">
                <a16:creationId xmlns:a16="http://schemas.microsoft.com/office/drawing/2014/main" id="{F3A56C14-2710-0E0C-6126-F791192A0A6E}"/>
              </a:ext>
            </a:extLst>
          </p:cNvPr>
          <p:cNvPicPr>
            <a:picLocks noChangeAspect="1"/>
          </p:cNvPicPr>
          <p:nvPr/>
        </p:nvPicPr>
        <p:blipFill>
          <a:blip r:embed="rId3"/>
          <a:stretch>
            <a:fillRect/>
          </a:stretch>
        </p:blipFill>
        <p:spPr>
          <a:xfrm>
            <a:off x="8564275" y="267014"/>
            <a:ext cx="3389729" cy="732833"/>
          </a:xfrm>
          <a:prstGeom prst="rect">
            <a:avLst/>
          </a:prstGeom>
        </p:spPr>
      </p:pic>
      <p:sp>
        <p:nvSpPr>
          <p:cNvPr id="128" name="Google Shape;128;p8"/>
          <p:cNvSpPr txBox="1"/>
          <p:nvPr/>
        </p:nvSpPr>
        <p:spPr>
          <a:xfrm>
            <a:off x="426202" y="33286"/>
            <a:ext cx="6097554"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1" noProof="0" dirty="0">
                <a:solidFill>
                  <a:srgbClr val="1E5B4F"/>
                </a:solidFill>
                <a:latin typeface="Noto Sans"/>
                <a:ea typeface="Noto Sans"/>
                <a:cs typeface="Noto Sans"/>
                <a:sym typeface="Noto Sans"/>
              </a:rPr>
              <a:t>PROGRAMA PRESUPUESTAL 006</a:t>
            </a:r>
          </a:p>
          <a:p>
            <a:pPr marL="0" marR="0" lvl="0" indent="0" algn="l" rtl="0">
              <a:spcBef>
                <a:spcPts val="0"/>
              </a:spcBef>
              <a:spcAft>
                <a:spcPts val="0"/>
              </a:spcAft>
              <a:buNone/>
            </a:pPr>
            <a:r>
              <a:rPr lang="es-MX" sz="2400" b="1" noProof="0" dirty="0">
                <a:solidFill>
                  <a:srgbClr val="1E5B4F"/>
                </a:solidFill>
                <a:latin typeface="Noto Sans"/>
                <a:ea typeface="Noto Sans"/>
                <a:cs typeface="Noto Sans"/>
                <a:sym typeface="Noto Sans"/>
              </a:rPr>
              <a:t>“Subsidios para Organismos Descentralizados Estatales”</a:t>
            </a:r>
          </a:p>
        </p:txBody>
      </p:sp>
    </p:spTree>
    <p:extLst>
      <p:ext uri="{BB962C8B-B14F-4D97-AF65-F5344CB8AC3E}">
        <p14:creationId xmlns:p14="http://schemas.microsoft.com/office/powerpoint/2010/main" val="4189669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3"/>
        <p:cNvGrpSpPr/>
        <p:nvPr/>
      </p:nvGrpSpPr>
      <p:grpSpPr>
        <a:xfrm>
          <a:off x="0" y="0"/>
          <a:ext cx="0" cy="0"/>
          <a:chOff x="0" y="0"/>
          <a:chExt cx="0" cy="0"/>
        </a:xfrm>
      </p:grpSpPr>
      <p:sp>
        <p:nvSpPr>
          <p:cNvPr id="129" name="Google Shape;129;p8"/>
          <p:cNvSpPr txBox="1"/>
          <p:nvPr/>
        </p:nvSpPr>
        <p:spPr>
          <a:xfrm>
            <a:off x="386445" y="854436"/>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Objetivo</a:t>
            </a:r>
            <a:endParaRPr lang="es-MX" sz="2000" noProof="0" dirty="0">
              <a:solidFill>
                <a:srgbClr val="B7903D"/>
              </a:solidFill>
              <a:latin typeface="Calibri"/>
              <a:ea typeface="Calibri"/>
              <a:cs typeface="Calibri"/>
              <a:sym typeface="Calibri"/>
            </a:endParaRPr>
          </a:p>
        </p:txBody>
      </p:sp>
      <p:sp>
        <p:nvSpPr>
          <p:cNvPr id="130" name="Google Shape;130;p8"/>
          <p:cNvSpPr txBox="1"/>
          <p:nvPr/>
        </p:nvSpPr>
        <p:spPr>
          <a:xfrm>
            <a:off x="718457" y="1358567"/>
            <a:ext cx="5994142" cy="181584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600" noProof="0" dirty="0">
                <a:solidFill>
                  <a:schemeClr val="dk1"/>
                </a:solidFill>
                <a:latin typeface="Noto Sans"/>
                <a:ea typeface="Noto Sans"/>
                <a:cs typeface="Noto Sans"/>
                <a:sym typeface="Noto Sans"/>
              </a:rPr>
              <a:t>Contribuir a la política social mediante la atención a la matrícula de educación media superior y formación para el trabajo, apoyando el sostenimiento de la capacidad de atención a la demanda de los servicio de Educación Media Superior y Formación para el Trabajo de los Organismos Descentralizados Estatales, Servicios Educativos Coordinados y Telebachilleratos Comunitarios.</a:t>
            </a:r>
            <a:endParaRPr lang="es-MX" sz="1600" noProof="0" dirty="0"/>
          </a:p>
        </p:txBody>
      </p:sp>
      <p:sp>
        <p:nvSpPr>
          <p:cNvPr id="2" name="Google Shape;118;p7">
            <a:extLst>
              <a:ext uri="{FF2B5EF4-FFF2-40B4-BE49-F238E27FC236}">
                <a16:creationId xmlns:a16="http://schemas.microsoft.com/office/drawing/2014/main" id="{A71B9FD8-0D56-8837-2E84-F38F584A95E5}"/>
              </a:ext>
            </a:extLst>
          </p:cNvPr>
          <p:cNvSpPr txBox="1"/>
          <p:nvPr/>
        </p:nvSpPr>
        <p:spPr>
          <a:xfrm>
            <a:off x="386445" y="4005518"/>
            <a:ext cx="609755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000" b="1" noProof="0" dirty="0">
                <a:solidFill>
                  <a:srgbClr val="B7903D"/>
                </a:solidFill>
                <a:latin typeface="Noto Sans"/>
                <a:ea typeface="Noto Sans"/>
                <a:cs typeface="Noto Sans"/>
                <a:sym typeface="Noto Sans"/>
              </a:rPr>
              <a:t>Cobertura</a:t>
            </a:r>
            <a:endParaRPr lang="es-MX" sz="2000" noProof="0" dirty="0">
              <a:solidFill>
                <a:srgbClr val="B7903D"/>
              </a:solidFill>
              <a:latin typeface="Calibri"/>
              <a:ea typeface="Calibri"/>
              <a:cs typeface="Calibri"/>
              <a:sym typeface="Calibri"/>
            </a:endParaRPr>
          </a:p>
        </p:txBody>
      </p:sp>
      <p:sp>
        <p:nvSpPr>
          <p:cNvPr id="3" name="Google Shape;119;p7">
            <a:extLst>
              <a:ext uri="{FF2B5EF4-FFF2-40B4-BE49-F238E27FC236}">
                <a16:creationId xmlns:a16="http://schemas.microsoft.com/office/drawing/2014/main" id="{7DC0C6D2-4ACE-4163-D74A-8D523EF72DC3}"/>
              </a:ext>
            </a:extLst>
          </p:cNvPr>
          <p:cNvSpPr txBox="1"/>
          <p:nvPr/>
        </p:nvSpPr>
        <p:spPr>
          <a:xfrm>
            <a:off x="718457" y="4405628"/>
            <a:ext cx="6097554" cy="33851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600" noProof="0" dirty="0">
                <a:solidFill>
                  <a:schemeClr val="dk1"/>
                </a:solidFill>
                <a:latin typeface="Noto Sans"/>
                <a:ea typeface="Noto Sans"/>
                <a:cs typeface="Noto Sans"/>
                <a:sym typeface="Noto Sans"/>
              </a:rPr>
              <a:t>Nivel Nacional</a:t>
            </a:r>
          </a:p>
        </p:txBody>
      </p:sp>
      <p:pic>
        <p:nvPicPr>
          <p:cNvPr id="4" name="Imagen 3">
            <a:extLst>
              <a:ext uri="{FF2B5EF4-FFF2-40B4-BE49-F238E27FC236}">
                <a16:creationId xmlns:a16="http://schemas.microsoft.com/office/drawing/2014/main" id="{D563B5B1-A185-3121-11C0-80BAE36ACCDC}"/>
              </a:ext>
            </a:extLst>
          </p:cNvPr>
          <p:cNvPicPr>
            <a:picLocks noChangeAspect="1"/>
          </p:cNvPicPr>
          <p:nvPr/>
        </p:nvPicPr>
        <p:blipFill>
          <a:blip r:embed="rId4"/>
          <a:stretch>
            <a:fillRect/>
          </a:stretch>
        </p:blipFill>
        <p:spPr>
          <a:xfrm>
            <a:off x="8564275" y="267014"/>
            <a:ext cx="3389729" cy="732833"/>
          </a:xfrm>
          <a:prstGeom prst="rect">
            <a:avLst/>
          </a:prstGeom>
        </p:spPr>
      </p:pic>
      <p:grpSp>
        <p:nvGrpSpPr>
          <p:cNvPr id="5" name="Grupo 4">
            <a:extLst>
              <a:ext uri="{FF2B5EF4-FFF2-40B4-BE49-F238E27FC236}">
                <a16:creationId xmlns:a16="http://schemas.microsoft.com/office/drawing/2014/main" id="{36ED3676-C6AE-9371-6DBD-ACCF295D9F6B}"/>
              </a:ext>
            </a:extLst>
          </p:cNvPr>
          <p:cNvGrpSpPr/>
          <p:nvPr/>
        </p:nvGrpSpPr>
        <p:grpSpPr>
          <a:xfrm>
            <a:off x="6427499" y="1548162"/>
            <a:ext cx="5526505" cy="4680284"/>
            <a:chOff x="6466561" y="2048350"/>
            <a:chExt cx="4926675" cy="3922811"/>
          </a:xfrm>
        </p:grpSpPr>
        <p:sp>
          <p:nvSpPr>
            <p:cNvPr id="6" name="Diagrama de flujo: operación manual 12">
              <a:extLst>
                <a:ext uri="{FF2B5EF4-FFF2-40B4-BE49-F238E27FC236}">
                  <a16:creationId xmlns:a16="http://schemas.microsoft.com/office/drawing/2014/main" id="{A78C1481-01B1-3C41-C146-C8603262AE64}"/>
                </a:ext>
              </a:extLst>
            </p:cNvPr>
            <p:cNvSpPr/>
            <p:nvPr/>
          </p:nvSpPr>
          <p:spPr>
            <a:xfrm rot="2520140">
              <a:off x="6482518" y="2418840"/>
              <a:ext cx="4910718" cy="23293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239"/>
                <a:gd name="connsiteX1" fmla="*/ 10000 w 10000"/>
                <a:gd name="connsiteY1" fmla="*/ 0 h 10239"/>
                <a:gd name="connsiteX2" fmla="*/ 8000 w 10000"/>
                <a:gd name="connsiteY2" fmla="*/ 10000 h 10239"/>
                <a:gd name="connsiteX3" fmla="*/ 3142 w 10000"/>
                <a:gd name="connsiteY3" fmla="*/ 10239 h 10239"/>
                <a:gd name="connsiteX4" fmla="*/ 0 w 10000"/>
                <a:gd name="connsiteY4" fmla="*/ 0 h 10239"/>
                <a:gd name="connsiteX0" fmla="*/ 0 w 10000"/>
                <a:gd name="connsiteY0" fmla="*/ 0 h 10426"/>
                <a:gd name="connsiteX1" fmla="*/ 10000 w 10000"/>
                <a:gd name="connsiteY1" fmla="*/ 0 h 10426"/>
                <a:gd name="connsiteX2" fmla="*/ 6159 w 10000"/>
                <a:gd name="connsiteY2" fmla="*/ 10426 h 10426"/>
                <a:gd name="connsiteX3" fmla="*/ 3142 w 10000"/>
                <a:gd name="connsiteY3" fmla="*/ 10239 h 10426"/>
                <a:gd name="connsiteX4" fmla="*/ 0 w 10000"/>
                <a:gd name="connsiteY4" fmla="*/ 0 h 10426"/>
                <a:gd name="connsiteX0" fmla="*/ 0 w 11206"/>
                <a:gd name="connsiteY0" fmla="*/ 5781 h 10426"/>
                <a:gd name="connsiteX1" fmla="*/ 11206 w 11206"/>
                <a:gd name="connsiteY1" fmla="*/ 0 h 10426"/>
                <a:gd name="connsiteX2" fmla="*/ 7365 w 11206"/>
                <a:gd name="connsiteY2" fmla="*/ 10426 h 10426"/>
                <a:gd name="connsiteX3" fmla="*/ 4348 w 11206"/>
                <a:gd name="connsiteY3" fmla="*/ 10239 h 10426"/>
                <a:gd name="connsiteX4" fmla="*/ 0 w 11206"/>
                <a:gd name="connsiteY4" fmla="*/ 5781 h 10426"/>
                <a:gd name="connsiteX0" fmla="*/ 0 w 13287"/>
                <a:gd name="connsiteY0" fmla="*/ 56 h 4701"/>
                <a:gd name="connsiteX1" fmla="*/ 13287 w 13287"/>
                <a:gd name="connsiteY1" fmla="*/ 0 h 4701"/>
                <a:gd name="connsiteX2" fmla="*/ 7365 w 13287"/>
                <a:gd name="connsiteY2" fmla="*/ 4701 h 4701"/>
                <a:gd name="connsiteX3" fmla="*/ 4348 w 13287"/>
                <a:gd name="connsiteY3" fmla="*/ 4514 h 4701"/>
                <a:gd name="connsiteX4" fmla="*/ 0 w 13287"/>
                <a:gd name="connsiteY4" fmla="*/ 56 h 4701"/>
                <a:gd name="connsiteX0" fmla="*/ 0 w 10000"/>
                <a:gd name="connsiteY0" fmla="*/ 119 h 13493"/>
                <a:gd name="connsiteX1" fmla="*/ 10000 w 10000"/>
                <a:gd name="connsiteY1" fmla="*/ 0 h 13493"/>
                <a:gd name="connsiteX2" fmla="*/ 5543 w 10000"/>
                <a:gd name="connsiteY2" fmla="*/ 10000 h 13493"/>
                <a:gd name="connsiteX3" fmla="*/ 2039 w 10000"/>
                <a:gd name="connsiteY3" fmla="*/ 13493 h 13493"/>
                <a:gd name="connsiteX4" fmla="*/ 0 w 10000"/>
                <a:gd name="connsiteY4" fmla="*/ 119 h 13493"/>
                <a:gd name="connsiteX0" fmla="*/ 0 w 10000"/>
                <a:gd name="connsiteY0" fmla="*/ 119 h 13493"/>
                <a:gd name="connsiteX1" fmla="*/ 10000 w 10000"/>
                <a:gd name="connsiteY1" fmla="*/ 0 h 13493"/>
                <a:gd name="connsiteX2" fmla="*/ 7431 w 10000"/>
                <a:gd name="connsiteY2" fmla="*/ 8335 h 13493"/>
                <a:gd name="connsiteX3" fmla="*/ 2039 w 10000"/>
                <a:gd name="connsiteY3" fmla="*/ 13493 h 13493"/>
                <a:gd name="connsiteX4" fmla="*/ 0 w 10000"/>
                <a:gd name="connsiteY4" fmla="*/ 119 h 13493"/>
                <a:gd name="connsiteX0" fmla="*/ 0 w 8265"/>
                <a:gd name="connsiteY0" fmla="*/ 6814 h 20188"/>
                <a:gd name="connsiteX1" fmla="*/ 8265 w 8265"/>
                <a:gd name="connsiteY1" fmla="*/ 0 h 20188"/>
                <a:gd name="connsiteX2" fmla="*/ 7431 w 8265"/>
                <a:gd name="connsiteY2" fmla="*/ 15030 h 20188"/>
                <a:gd name="connsiteX3" fmla="*/ 2039 w 8265"/>
                <a:gd name="connsiteY3" fmla="*/ 20188 h 20188"/>
                <a:gd name="connsiteX4" fmla="*/ 0 w 8265"/>
                <a:gd name="connsiteY4" fmla="*/ 6814 h 20188"/>
                <a:gd name="connsiteX0" fmla="*/ 0 w 9608"/>
                <a:gd name="connsiteY0" fmla="*/ 2685 h 10000"/>
                <a:gd name="connsiteX1" fmla="*/ 9608 w 9608"/>
                <a:gd name="connsiteY1" fmla="*/ 0 h 10000"/>
                <a:gd name="connsiteX2" fmla="*/ 8599 w 9608"/>
                <a:gd name="connsiteY2" fmla="*/ 7445 h 10000"/>
                <a:gd name="connsiteX3" fmla="*/ 2075 w 9608"/>
                <a:gd name="connsiteY3" fmla="*/ 10000 h 10000"/>
                <a:gd name="connsiteX4" fmla="*/ 0 w 9608"/>
                <a:gd name="connsiteY4" fmla="*/ 2685 h 10000"/>
                <a:gd name="connsiteX0" fmla="*/ 0 w 10000"/>
                <a:gd name="connsiteY0" fmla="*/ 2685 h 10000"/>
                <a:gd name="connsiteX1" fmla="*/ 10000 w 10000"/>
                <a:gd name="connsiteY1" fmla="*/ 0 h 10000"/>
                <a:gd name="connsiteX2" fmla="*/ 7279 w 10000"/>
                <a:gd name="connsiteY2" fmla="*/ 8741 h 10000"/>
                <a:gd name="connsiteX3" fmla="*/ 2160 w 10000"/>
                <a:gd name="connsiteY3" fmla="*/ 10000 h 10000"/>
                <a:gd name="connsiteX4" fmla="*/ 0 w 10000"/>
                <a:gd name="connsiteY4" fmla="*/ 2685 h 10000"/>
                <a:gd name="connsiteX0" fmla="*/ 0 w 10000"/>
                <a:gd name="connsiteY0" fmla="*/ 2685 h 9973"/>
                <a:gd name="connsiteX1" fmla="*/ 10000 w 10000"/>
                <a:gd name="connsiteY1" fmla="*/ 0 h 9973"/>
                <a:gd name="connsiteX2" fmla="*/ 7279 w 10000"/>
                <a:gd name="connsiteY2" fmla="*/ 8741 h 9973"/>
                <a:gd name="connsiteX3" fmla="*/ 3367 w 10000"/>
                <a:gd name="connsiteY3" fmla="*/ 9973 h 9973"/>
                <a:gd name="connsiteX4" fmla="*/ 0 w 10000"/>
                <a:gd name="connsiteY4" fmla="*/ 2685 h 9973"/>
                <a:gd name="connsiteX0" fmla="*/ 0 w 10000"/>
                <a:gd name="connsiteY0" fmla="*/ 2692 h 8990"/>
                <a:gd name="connsiteX1" fmla="*/ 10000 w 10000"/>
                <a:gd name="connsiteY1" fmla="*/ 0 h 8990"/>
                <a:gd name="connsiteX2" fmla="*/ 7279 w 10000"/>
                <a:gd name="connsiteY2" fmla="*/ 8765 h 8990"/>
                <a:gd name="connsiteX3" fmla="*/ 2772 w 10000"/>
                <a:gd name="connsiteY3" fmla="*/ 8990 h 8990"/>
                <a:gd name="connsiteX4" fmla="*/ 0 w 10000"/>
                <a:gd name="connsiteY4" fmla="*/ 2692 h 8990"/>
                <a:gd name="connsiteX0" fmla="*/ 0 w 10000"/>
                <a:gd name="connsiteY0" fmla="*/ 2994 h 10000"/>
                <a:gd name="connsiteX1" fmla="*/ 10000 w 10000"/>
                <a:gd name="connsiteY1" fmla="*/ 0 h 10000"/>
                <a:gd name="connsiteX2" fmla="*/ 8157 w 10000"/>
                <a:gd name="connsiteY2" fmla="*/ 7323 h 10000"/>
                <a:gd name="connsiteX3" fmla="*/ 2772 w 10000"/>
                <a:gd name="connsiteY3" fmla="*/ 10000 h 10000"/>
                <a:gd name="connsiteX4" fmla="*/ 0 w 10000"/>
                <a:gd name="connsiteY4" fmla="*/ 2994 h 10000"/>
                <a:gd name="connsiteX0" fmla="*/ 0 w 10106"/>
                <a:gd name="connsiteY0" fmla="*/ 4122 h 11128"/>
                <a:gd name="connsiteX1" fmla="*/ 10106 w 10106"/>
                <a:gd name="connsiteY1" fmla="*/ 0 h 11128"/>
                <a:gd name="connsiteX2" fmla="*/ 8157 w 10106"/>
                <a:gd name="connsiteY2" fmla="*/ 8451 h 11128"/>
                <a:gd name="connsiteX3" fmla="*/ 2772 w 10106"/>
                <a:gd name="connsiteY3" fmla="*/ 11128 h 11128"/>
                <a:gd name="connsiteX4" fmla="*/ 0 w 10106"/>
                <a:gd name="connsiteY4" fmla="*/ 4122 h 11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6" h="11128">
                  <a:moveTo>
                    <a:pt x="0" y="4122"/>
                  </a:moveTo>
                  <a:lnTo>
                    <a:pt x="10106" y="0"/>
                  </a:lnTo>
                  <a:lnTo>
                    <a:pt x="8157" y="8451"/>
                  </a:lnTo>
                  <a:lnTo>
                    <a:pt x="2772" y="11128"/>
                  </a:lnTo>
                  <a:lnTo>
                    <a:pt x="0" y="4122"/>
                  </a:lnTo>
                  <a:close/>
                </a:path>
              </a:pathLst>
            </a:custGeom>
            <a:solidFill>
              <a:srgbClr val="E7D295">
                <a:alpha val="22745"/>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nvGrpSpPr>
            <p:cNvPr id="7" name="Grupo 6">
              <a:extLst>
                <a:ext uri="{FF2B5EF4-FFF2-40B4-BE49-F238E27FC236}">
                  <a16:creationId xmlns:a16="http://schemas.microsoft.com/office/drawing/2014/main" id="{EFD97CF9-67C8-DD79-8CFB-64AF4708BDF4}"/>
                </a:ext>
              </a:extLst>
            </p:cNvPr>
            <p:cNvGrpSpPr/>
            <p:nvPr/>
          </p:nvGrpSpPr>
          <p:grpSpPr>
            <a:xfrm>
              <a:off x="6466561" y="2048350"/>
              <a:ext cx="4410284" cy="3922811"/>
              <a:chOff x="6466561" y="2048350"/>
              <a:chExt cx="4410284" cy="3922811"/>
            </a:xfrm>
          </p:grpSpPr>
          <p:pic>
            <p:nvPicPr>
              <p:cNvPr id="8" name="Picture 2">
                <a:extLst>
                  <a:ext uri="{FF2B5EF4-FFF2-40B4-BE49-F238E27FC236}">
                    <a16:creationId xmlns:a16="http://schemas.microsoft.com/office/drawing/2014/main" id="{B01E8D17-D793-C2D1-78EC-D83283D016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04111" y="2048350"/>
                <a:ext cx="1080454" cy="90569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ECyTEBC - El logotipo “CECyTE” es conformado por dos estructuras gráficas  y las siglas de la institución. La Primer figura consta de seis gráficos  abstractos interpretando al País en un movimiento constante">
                <a:extLst>
                  <a:ext uri="{FF2B5EF4-FFF2-40B4-BE49-F238E27FC236}">
                    <a16:creationId xmlns:a16="http://schemas.microsoft.com/office/drawing/2014/main" id="{EF0C889B-0A89-E207-8349-0B1262FB67D5}"/>
                  </a:ext>
                </a:extLst>
              </p:cNvPr>
              <p:cNvPicPr>
                <a:picLocks noChangeAspect="1" noChangeArrowheads="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1452" t="8456" r="6071" b="20807"/>
              <a:stretch/>
            </p:blipFill>
            <p:spPr bwMode="auto">
              <a:xfrm>
                <a:off x="10051870" y="3851185"/>
                <a:ext cx="824975" cy="77037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Subsecretaría de Educación Media Superior :: Telebachilleratos Comunitarios">
                <a:extLst>
                  <a:ext uri="{FF2B5EF4-FFF2-40B4-BE49-F238E27FC236}">
                    <a16:creationId xmlns:a16="http://schemas.microsoft.com/office/drawing/2014/main" id="{F3C8BCB6-D4BE-C83C-71CC-F0BCF907B3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62580" y="2944190"/>
                <a:ext cx="998614" cy="88421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ICAT SLP - Oficial">
                <a:extLst>
                  <a:ext uri="{FF2B5EF4-FFF2-40B4-BE49-F238E27FC236}">
                    <a16:creationId xmlns:a16="http://schemas.microsoft.com/office/drawing/2014/main" id="{EE15D618-CF2B-6FCF-D28C-B62023178183}"/>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28735" y="3386299"/>
                <a:ext cx="1212870" cy="110857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descr="Thumb Image - Mapa De Mexico Vector Png, Transparent Png , Transparent Png  Image - PNGitem">
                <a:extLst>
                  <a:ext uri="{FF2B5EF4-FFF2-40B4-BE49-F238E27FC236}">
                    <a16:creationId xmlns:a16="http://schemas.microsoft.com/office/drawing/2014/main" id="{5498E39F-4047-7B11-B748-F4A1195EBEC1}"/>
                  </a:ext>
                </a:extLst>
              </p:cNvPr>
              <p:cNvPicPr>
                <a:picLocks noChangeAspect="1" noChangeArrowheads="1"/>
              </p:cNvPicPr>
              <p:nvPr/>
            </p:nvPicPr>
            <p:blipFill>
              <a:blip r:embed="rId9">
                <a:clrChange>
                  <a:clrFrom>
                    <a:srgbClr val="F7F7F7"/>
                  </a:clrFrom>
                  <a:clrTo>
                    <a:srgbClr val="F7F7F7">
                      <a:alpha val="0"/>
                    </a:srgbClr>
                  </a:clrTo>
                </a:clrChange>
                <a:extLst>
                  <a:ext uri="{28A0092B-C50C-407E-A947-70E740481C1C}">
                    <a14:useLocalDpi xmlns:a14="http://schemas.microsoft.com/office/drawing/2010/main" val="0"/>
                  </a:ext>
                </a:extLst>
              </a:blip>
              <a:srcRect/>
              <a:stretch>
                <a:fillRect/>
              </a:stretch>
            </p:blipFill>
            <p:spPr bwMode="auto">
              <a:xfrm>
                <a:off x="6466561" y="3396834"/>
                <a:ext cx="3542585" cy="2574327"/>
              </a:xfrm>
              <a:prstGeom prst="rect">
                <a:avLst/>
              </a:prstGeom>
              <a:noFill/>
              <a:extLst>
                <a:ext uri="{909E8E84-426E-40DD-AFC4-6F175D3DCCD1}">
                  <a14:hiddenFill xmlns:a14="http://schemas.microsoft.com/office/drawing/2010/main">
                    <a:solidFill>
                      <a:srgbClr val="FFFFFF"/>
                    </a:solidFill>
                  </a14:hiddenFill>
                </a:ext>
              </a:extLst>
            </p:spPr>
          </p:pic>
        </p:grpSp>
      </p:grpSp>
      <p:graphicFrame>
        <p:nvGraphicFramePr>
          <p:cNvPr id="13" name="Tabla 12">
            <a:extLst>
              <a:ext uri="{FF2B5EF4-FFF2-40B4-BE49-F238E27FC236}">
                <a16:creationId xmlns:a16="http://schemas.microsoft.com/office/drawing/2014/main" id="{390F41B3-6348-1693-2F7B-F1850413911B}"/>
              </a:ext>
            </a:extLst>
          </p:cNvPr>
          <p:cNvGraphicFramePr>
            <a:graphicFrameLocks noGrp="1"/>
          </p:cNvGraphicFramePr>
          <p:nvPr>
            <p:extLst>
              <p:ext uri="{D42A27DB-BD31-4B8C-83A1-F6EECF244321}">
                <p14:modId xmlns:p14="http://schemas.microsoft.com/office/powerpoint/2010/main" val="3259985454"/>
              </p:ext>
            </p:extLst>
          </p:nvPr>
        </p:nvGraphicFramePr>
        <p:xfrm>
          <a:off x="4582998" y="3350801"/>
          <a:ext cx="1633048" cy="2499360"/>
        </p:xfrm>
        <a:graphic>
          <a:graphicData uri="http://schemas.openxmlformats.org/drawingml/2006/table">
            <a:tbl>
              <a:tblPr firstRow="1" bandRow="1">
                <a:tableStyleId>{2D5ABB26-0587-4C30-8999-92F81FD0307C}</a:tableStyleId>
              </a:tblPr>
              <a:tblGrid>
                <a:gridCol w="1235311">
                  <a:extLst>
                    <a:ext uri="{9D8B030D-6E8A-4147-A177-3AD203B41FA5}">
                      <a16:colId xmlns:a16="http://schemas.microsoft.com/office/drawing/2014/main" val="3921256371"/>
                    </a:ext>
                  </a:extLst>
                </a:gridCol>
                <a:gridCol w="397737">
                  <a:extLst>
                    <a:ext uri="{9D8B030D-6E8A-4147-A177-3AD203B41FA5}">
                      <a16:colId xmlns:a16="http://schemas.microsoft.com/office/drawing/2014/main" val="2825675327"/>
                    </a:ext>
                  </a:extLst>
                </a:gridCol>
              </a:tblGrid>
              <a:tr h="133137">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COBACH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1107088"/>
                  </a:ext>
                </a:extLst>
              </a:tr>
              <a:tr h="134241">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CECyTE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070944"/>
                  </a:ext>
                </a:extLst>
              </a:tr>
              <a:tr h="228896">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ICAT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5262364"/>
                  </a:ext>
                </a:extLst>
              </a:tr>
              <a:tr h="371956">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Telebachilleratos Comunitarios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7363070"/>
                  </a:ext>
                </a:extLst>
              </a:tr>
              <a:tr h="228896">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EMSAD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0182306"/>
                  </a:ext>
                </a:extLst>
              </a:tr>
              <a:tr h="228896">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INADET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6346130"/>
                  </a:ext>
                </a:extLst>
              </a:tr>
              <a:tr h="228896">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CECAM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113897"/>
                  </a:ext>
                </a:extLst>
              </a:tr>
              <a:tr h="228896">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CDEEMN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0067170"/>
                  </a:ext>
                </a:extLst>
              </a:tr>
              <a:tr h="376983">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Bachilleratos Interculturales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MX" sz="1000" noProof="0" dirty="0">
                          <a:solidFill>
                            <a:schemeClr val="tx1"/>
                          </a:solidFill>
                          <a:latin typeface="Noto Sans" panose="020B0502040504020204" pitchFamily="34" charset="0"/>
                          <a:ea typeface="Noto Sans" panose="020B0502040504020204" pitchFamily="34" charset="0"/>
                          <a:cs typeface="Noto Sans" panose="020B0502040504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263031"/>
                  </a:ext>
                </a:extLst>
              </a:tr>
            </a:tbl>
          </a:graphicData>
        </a:graphic>
      </p:graphicFrame>
      <p:sp>
        <p:nvSpPr>
          <p:cNvPr id="15" name="Abrir llave 14">
            <a:extLst>
              <a:ext uri="{FF2B5EF4-FFF2-40B4-BE49-F238E27FC236}">
                <a16:creationId xmlns:a16="http://schemas.microsoft.com/office/drawing/2014/main" id="{8892A3D5-8A73-314C-43A5-2AB2ECAF1E46}"/>
              </a:ext>
            </a:extLst>
          </p:cNvPr>
          <p:cNvSpPr/>
          <p:nvPr/>
        </p:nvSpPr>
        <p:spPr>
          <a:xfrm>
            <a:off x="6357915" y="3208434"/>
            <a:ext cx="354684" cy="2860295"/>
          </a:xfrm>
          <a:prstGeom prst="leftBrace">
            <a:avLst/>
          </a:prstGeom>
          <a:ln w="28575">
            <a:solidFill>
              <a:srgbClr val="E7D29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dirty="0"/>
          </a:p>
        </p:txBody>
      </p:sp>
      <p:sp>
        <p:nvSpPr>
          <p:cNvPr id="16" name="CuadroTexto 15">
            <a:extLst>
              <a:ext uri="{FF2B5EF4-FFF2-40B4-BE49-F238E27FC236}">
                <a16:creationId xmlns:a16="http://schemas.microsoft.com/office/drawing/2014/main" id="{F135EBEB-F12A-4EBE-5ACD-0FEF448FFFA4}"/>
              </a:ext>
            </a:extLst>
          </p:cNvPr>
          <p:cNvSpPr txBox="1"/>
          <p:nvPr/>
        </p:nvSpPr>
        <p:spPr>
          <a:xfrm>
            <a:off x="4361645" y="6129319"/>
            <a:ext cx="4883754" cy="246221"/>
          </a:xfrm>
          <a:prstGeom prst="rect">
            <a:avLst/>
          </a:prstGeom>
          <a:noFill/>
        </p:spPr>
        <p:txBody>
          <a:bodyPr wrap="square" rtlCol="0">
            <a:spAutoFit/>
          </a:bodyPr>
          <a:lstStyle/>
          <a:p>
            <a:pPr marL="171450" indent="-171450">
              <a:buFont typeface="Arial" panose="020B0604020202020204" pitchFamily="34" charset="0"/>
              <a:buChar char="•"/>
            </a:pPr>
            <a:r>
              <a:rPr lang="es-MX" sz="1000" noProof="0" dirty="0">
                <a:latin typeface="Noto Sans" panose="020B0502040504020204" pitchFamily="34" charset="0"/>
                <a:ea typeface="Noto Sans" panose="020B0502040504020204" pitchFamily="34" charset="0"/>
                <a:cs typeface="Noto Sans" panose="020B0502040504020204" pitchFamily="34" charset="0"/>
              </a:rPr>
              <a:t>Adicionalmente se apoya a 32 EMSAD coordinados por CECyTE y COBACH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0F399011-3275-52F8-3FF4-6630B405FC69}"/>
              </a:ext>
            </a:extLst>
          </p:cNvPr>
          <p:cNvPicPr>
            <a:picLocks noChangeAspect="1"/>
          </p:cNvPicPr>
          <p:nvPr/>
        </p:nvPicPr>
        <p:blipFill>
          <a:blip r:embed="rId2"/>
          <a:stretch>
            <a:fillRect/>
          </a:stretch>
        </p:blipFill>
        <p:spPr>
          <a:xfrm>
            <a:off x="8564275" y="267014"/>
            <a:ext cx="3389729" cy="732833"/>
          </a:xfrm>
          <a:prstGeom prst="rect">
            <a:avLst/>
          </a:prstGeom>
        </p:spPr>
      </p:pic>
      <p:sp>
        <p:nvSpPr>
          <p:cNvPr id="11" name="Google Shape;128;p8">
            <a:extLst>
              <a:ext uri="{FF2B5EF4-FFF2-40B4-BE49-F238E27FC236}">
                <a16:creationId xmlns:a16="http://schemas.microsoft.com/office/drawing/2014/main" id="{C2E1513B-1310-7E1A-8764-0AF0C407F13A}"/>
              </a:ext>
            </a:extLst>
          </p:cNvPr>
          <p:cNvSpPr txBox="1"/>
          <p:nvPr/>
        </p:nvSpPr>
        <p:spPr>
          <a:xfrm>
            <a:off x="386445" y="79740"/>
            <a:ext cx="6097554"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1" noProof="0" dirty="0">
                <a:solidFill>
                  <a:srgbClr val="1E5B4F"/>
                </a:solidFill>
                <a:latin typeface="Noto Sans"/>
                <a:ea typeface="Noto Sans"/>
                <a:cs typeface="Noto Sans"/>
                <a:sym typeface="Noto Sans"/>
              </a:rPr>
              <a:t>CONTRALORÍA SOCIAL</a:t>
            </a:r>
          </a:p>
        </p:txBody>
      </p:sp>
      <p:graphicFrame>
        <p:nvGraphicFramePr>
          <p:cNvPr id="12" name="Diagrama 11">
            <a:extLst>
              <a:ext uri="{FF2B5EF4-FFF2-40B4-BE49-F238E27FC236}">
                <a16:creationId xmlns:a16="http://schemas.microsoft.com/office/drawing/2014/main" id="{6F042071-BCAC-041B-EE4A-025898AB368F}"/>
              </a:ext>
            </a:extLst>
          </p:cNvPr>
          <p:cNvGraphicFramePr/>
          <p:nvPr>
            <p:extLst>
              <p:ext uri="{D42A27DB-BD31-4B8C-83A1-F6EECF244321}">
                <p14:modId xmlns:p14="http://schemas.microsoft.com/office/powerpoint/2010/main" val="1549747690"/>
              </p:ext>
            </p:extLst>
          </p:nvPr>
        </p:nvGraphicFramePr>
        <p:xfrm>
          <a:off x="632105" y="487051"/>
          <a:ext cx="4670888" cy="51384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Google Shape;129;p8">
            <a:extLst>
              <a:ext uri="{FF2B5EF4-FFF2-40B4-BE49-F238E27FC236}">
                <a16:creationId xmlns:a16="http://schemas.microsoft.com/office/drawing/2014/main" id="{65628E41-20B0-9C9A-1254-D9DBEBCC773C}"/>
              </a:ext>
            </a:extLst>
          </p:cNvPr>
          <p:cNvSpPr txBox="1"/>
          <p:nvPr/>
        </p:nvSpPr>
        <p:spPr>
          <a:xfrm>
            <a:off x="386445" y="450503"/>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Normativa </a:t>
            </a:r>
            <a:endParaRPr lang="es-MX" sz="2000" noProof="0" dirty="0">
              <a:solidFill>
                <a:srgbClr val="B7903D"/>
              </a:solidFill>
              <a:latin typeface="Calibri"/>
              <a:ea typeface="Calibri"/>
              <a:cs typeface="Calibri"/>
              <a:sym typeface="Calibri"/>
            </a:endParaRPr>
          </a:p>
        </p:txBody>
      </p:sp>
      <p:grpSp>
        <p:nvGrpSpPr>
          <p:cNvPr id="5" name="Grupo 4">
            <a:extLst>
              <a:ext uri="{FF2B5EF4-FFF2-40B4-BE49-F238E27FC236}">
                <a16:creationId xmlns:a16="http://schemas.microsoft.com/office/drawing/2014/main" id="{CFF570F2-2CE2-E09F-4B2C-8338611204A0}"/>
              </a:ext>
            </a:extLst>
          </p:cNvPr>
          <p:cNvGrpSpPr/>
          <p:nvPr/>
        </p:nvGrpSpPr>
        <p:grpSpPr>
          <a:xfrm>
            <a:off x="4239693" y="886668"/>
            <a:ext cx="1965649" cy="539210"/>
            <a:chOff x="4239693" y="850572"/>
            <a:chExt cx="1965649" cy="539210"/>
          </a:xfrm>
        </p:grpSpPr>
        <p:sp>
          <p:nvSpPr>
            <p:cNvPr id="3" name="Globo: flecha izquierda 2">
              <a:extLst>
                <a:ext uri="{FF2B5EF4-FFF2-40B4-BE49-F238E27FC236}">
                  <a16:creationId xmlns:a16="http://schemas.microsoft.com/office/drawing/2014/main" id="{D3DF55EB-37FC-3F1A-597C-A6D271E54439}"/>
                </a:ext>
              </a:extLst>
            </p:cNvPr>
            <p:cNvSpPr/>
            <p:nvPr/>
          </p:nvSpPr>
          <p:spPr>
            <a:xfrm>
              <a:off x="4239693" y="850572"/>
              <a:ext cx="1856307" cy="539210"/>
            </a:xfrm>
            <a:prstGeom prst="leftArrowCallout">
              <a:avLst>
                <a:gd name="adj1" fmla="val 25000"/>
                <a:gd name="adj2" fmla="val 25000"/>
                <a:gd name="adj3" fmla="val 25000"/>
                <a:gd name="adj4" fmla="val 80482"/>
              </a:avLst>
            </a:prstGeom>
            <a:noFill/>
            <a:ln w="38100">
              <a:solidFill>
                <a:srgbClr val="E7D2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4" name="CuadroTexto 3">
              <a:extLst>
                <a:ext uri="{FF2B5EF4-FFF2-40B4-BE49-F238E27FC236}">
                  <a16:creationId xmlns:a16="http://schemas.microsoft.com/office/drawing/2014/main" id="{FDA9D624-FC91-2BDC-C465-DD69847D63DC}"/>
                </a:ext>
              </a:extLst>
            </p:cNvPr>
            <p:cNvSpPr txBox="1"/>
            <p:nvPr/>
          </p:nvSpPr>
          <p:spPr>
            <a:xfrm>
              <a:off x="4598143" y="997066"/>
              <a:ext cx="1607199" cy="246221"/>
            </a:xfrm>
            <a:prstGeom prst="rect">
              <a:avLst/>
            </a:prstGeom>
            <a:noFill/>
          </p:spPr>
          <p:txBody>
            <a:bodyPr wrap="square" rtlCol="0">
              <a:spAutoFi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Artículos 69, 70 y 71</a:t>
              </a:r>
            </a:p>
          </p:txBody>
        </p:sp>
      </p:grpSp>
      <p:grpSp>
        <p:nvGrpSpPr>
          <p:cNvPr id="6" name="Grupo 5">
            <a:extLst>
              <a:ext uri="{FF2B5EF4-FFF2-40B4-BE49-F238E27FC236}">
                <a16:creationId xmlns:a16="http://schemas.microsoft.com/office/drawing/2014/main" id="{F1E04479-1F7B-3823-E164-8796C1587990}"/>
              </a:ext>
            </a:extLst>
          </p:cNvPr>
          <p:cNvGrpSpPr/>
          <p:nvPr/>
        </p:nvGrpSpPr>
        <p:grpSpPr>
          <a:xfrm>
            <a:off x="4239693" y="1659127"/>
            <a:ext cx="1965649" cy="539210"/>
            <a:chOff x="4239693" y="850572"/>
            <a:chExt cx="1965649" cy="539210"/>
          </a:xfrm>
        </p:grpSpPr>
        <p:sp>
          <p:nvSpPr>
            <p:cNvPr id="7" name="Globo: flecha izquierda 6">
              <a:extLst>
                <a:ext uri="{FF2B5EF4-FFF2-40B4-BE49-F238E27FC236}">
                  <a16:creationId xmlns:a16="http://schemas.microsoft.com/office/drawing/2014/main" id="{B1947D34-5587-E227-FA6C-181EE5A71BC2}"/>
                </a:ext>
              </a:extLst>
            </p:cNvPr>
            <p:cNvSpPr/>
            <p:nvPr/>
          </p:nvSpPr>
          <p:spPr>
            <a:xfrm>
              <a:off x="4239693" y="850572"/>
              <a:ext cx="1856307" cy="539210"/>
            </a:xfrm>
            <a:prstGeom prst="leftArrowCallout">
              <a:avLst>
                <a:gd name="adj1" fmla="val 25000"/>
                <a:gd name="adj2" fmla="val 25000"/>
                <a:gd name="adj3" fmla="val 25000"/>
                <a:gd name="adj4" fmla="val 80482"/>
              </a:avLst>
            </a:prstGeom>
            <a:noFill/>
            <a:ln w="38100">
              <a:solidFill>
                <a:srgbClr val="E7D2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8" name="CuadroTexto 7">
              <a:extLst>
                <a:ext uri="{FF2B5EF4-FFF2-40B4-BE49-F238E27FC236}">
                  <a16:creationId xmlns:a16="http://schemas.microsoft.com/office/drawing/2014/main" id="{C8D41B1E-A63E-8371-A6BA-5524313E63B2}"/>
                </a:ext>
              </a:extLst>
            </p:cNvPr>
            <p:cNvSpPr txBox="1"/>
            <p:nvPr/>
          </p:nvSpPr>
          <p:spPr>
            <a:xfrm>
              <a:off x="4598143" y="997066"/>
              <a:ext cx="1607199" cy="246221"/>
            </a:xfrm>
            <a:prstGeom prst="rect">
              <a:avLst/>
            </a:prstGeom>
            <a:noFill/>
          </p:spPr>
          <p:txBody>
            <a:bodyPr wrap="square" rtlCol="0">
              <a:spAutoFi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Artículos 67, 69 y 70</a:t>
              </a:r>
            </a:p>
          </p:txBody>
        </p:sp>
      </p:grpSp>
      <p:grpSp>
        <p:nvGrpSpPr>
          <p:cNvPr id="9" name="Grupo 8">
            <a:extLst>
              <a:ext uri="{FF2B5EF4-FFF2-40B4-BE49-F238E27FC236}">
                <a16:creationId xmlns:a16="http://schemas.microsoft.com/office/drawing/2014/main" id="{20A7CE36-C178-255F-4BB8-0C7C57A86F52}"/>
              </a:ext>
            </a:extLst>
          </p:cNvPr>
          <p:cNvGrpSpPr/>
          <p:nvPr/>
        </p:nvGrpSpPr>
        <p:grpSpPr>
          <a:xfrm>
            <a:off x="4239693" y="3255316"/>
            <a:ext cx="1965649" cy="539210"/>
            <a:chOff x="4239693" y="850572"/>
            <a:chExt cx="1965649" cy="539210"/>
          </a:xfrm>
        </p:grpSpPr>
        <p:sp>
          <p:nvSpPr>
            <p:cNvPr id="13" name="Globo: flecha izquierda 12">
              <a:extLst>
                <a:ext uri="{FF2B5EF4-FFF2-40B4-BE49-F238E27FC236}">
                  <a16:creationId xmlns:a16="http://schemas.microsoft.com/office/drawing/2014/main" id="{5B57A11B-6959-D116-F3FA-6BCBE67129DE}"/>
                </a:ext>
              </a:extLst>
            </p:cNvPr>
            <p:cNvSpPr/>
            <p:nvPr/>
          </p:nvSpPr>
          <p:spPr>
            <a:xfrm>
              <a:off x="4239693" y="850572"/>
              <a:ext cx="1856307" cy="539210"/>
            </a:xfrm>
            <a:prstGeom prst="leftArrowCallout">
              <a:avLst>
                <a:gd name="adj1" fmla="val 25000"/>
                <a:gd name="adj2" fmla="val 25000"/>
                <a:gd name="adj3" fmla="val 25000"/>
                <a:gd name="adj4" fmla="val 80482"/>
              </a:avLst>
            </a:prstGeom>
            <a:noFill/>
            <a:ln w="38100">
              <a:solidFill>
                <a:srgbClr val="E7D2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4" name="CuadroTexto 13">
              <a:extLst>
                <a:ext uri="{FF2B5EF4-FFF2-40B4-BE49-F238E27FC236}">
                  <a16:creationId xmlns:a16="http://schemas.microsoft.com/office/drawing/2014/main" id="{8D399FCA-CCEC-9D48-CCBF-57C7C4969388}"/>
                </a:ext>
              </a:extLst>
            </p:cNvPr>
            <p:cNvSpPr txBox="1"/>
            <p:nvPr/>
          </p:nvSpPr>
          <p:spPr>
            <a:xfrm>
              <a:off x="4598143" y="997066"/>
              <a:ext cx="1607199" cy="246221"/>
            </a:xfrm>
            <a:prstGeom prst="rect">
              <a:avLst/>
            </a:prstGeom>
            <a:noFill/>
          </p:spPr>
          <p:txBody>
            <a:bodyPr wrap="square" rtlCol="0">
              <a:spAutoFi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Numeral 7</a:t>
              </a:r>
            </a:p>
          </p:txBody>
        </p:sp>
      </p:grpSp>
      <p:grpSp>
        <p:nvGrpSpPr>
          <p:cNvPr id="15" name="Grupo 14">
            <a:extLst>
              <a:ext uri="{FF2B5EF4-FFF2-40B4-BE49-F238E27FC236}">
                <a16:creationId xmlns:a16="http://schemas.microsoft.com/office/drawing/2014/main" id="{9A23DEFB-8112-461C-42DB-919D4AF553B1}"/>
              </a:ext>
            </a:extLst>
          </p:cNvPr>
          <p:cNvGrpSpPr/>
          <p:nvPr/>
        </p:nvGrpSpPr>
        <p:grpSpPr>
          <a:xfrm>
            <a:off x="4239693" y="3945916"/>
            <a:ext cx="1965649" cy="553998"/>
            <a:chOff x="4239693" y="843178"/>
            <a:chExt cx="1965649" cy="553998"/>
          </a:xfrm>
        </p:grpSpPr>
        <p:sp>
          <p:nvSpPr>
            <p:cNvPr id="16" name="Globo: flecha izquierda 15">
              <a:extLst>
                <a:ext uri="{FF2B5EF4-FFF2-40B4-BE49-F238E27FC236}">
                  <a16:creationId xmlns:a16="http://schemas.microsoft.com/office/drawing/2014/main" id="{94CE0948-F726-8355-0F88-402E31388B91}"/>
                </a:ext>
              </a:extLst>
            </p:cNvPr>
            <p:cNvSpPr/>
            <p:nvPr/>
          </p:nvSpPr>
          <p:spPr>
            <a:xfrm>
              <a:off x="4239693" y="850572"/>
              <a:ext cx="1856307" cy="539210"/>
            </a:xfrm>
            <a:prstGeom prst="leftArrowCallout">
              <a:avLst>
                <a:gd name="adj1" fmla="val 25000"/>
                <a:gd name="adj2" fmla="val 25000"/>
                <a:gd name="adj3" fmla="val 25000"/>
                <a:gd name="adj4" fmla="val 80482"/>
              </a:avLst>
            </a:prstGeom>
            <a:noFill/>
            <a:ln w="38100">
              <a:solidFill>
                <a:srgbClr val="E7D2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7" name="CuadroTexto 16">
              <a:extLst>
                <a:ext uri="{FF2B5EF4-FFF2-40B4-BE49-F238E27FC236}">
                  <a16:creationId xmlns:a16="http://schemas.microsoft.com/office/drawing/2014/main" id="{239BDEAF-7047-76ED-DF68-4726B48AEFDA}"/>
                </a:ext>
              </a:extLst>
            </p:cNvPr>
            <p:cNvSpPr txBox="1"/>
            <p:nvPr/>
          </p:nvSpPr>
          <p:spPr>
            <a:xfrm>
              <a:off x="4598143" y="843178"/>
              <a:ext cx="1607199" cy="553998"/>
            </a:xfrm>
            <a:prstGeom prst="rect">
              <a:avLst/>
            </a:prstGeom>
            <a:noFill/>
          </p:spPr>
          <p:txBody>
            <a:bodyPr wrap="square" rtlCol="0">
              <a:spAutoFi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Cláusula Décima Primera, párrafo Segundo y Tercero</a:t>
              </a:r>
            </a:p>
          </p:txBody>
        </p:sp>
      </p:grpSp>
      <p:grpSp>
        <p:nvGrpSpPr>
          <p:cNvPr id="18" name="Grupo 17">
            <a:extLst>
              <a:ext uri="{FF2B5EF4-FFF2-40B4-BE49-F238E27FC236}">
                <a16:creationId xmlns:a16="http://schemas.microsoft.com/office/drawing/2014/main" id="{C72EC264-E902-19D6-2F17-EE1CAD2DAF85}"/>
              </a:ext>
            </a:extLst>
          </p:cNvPr>
          <p:cNvGrpSpPr/>
          <p:nvPr/>
        </p:nvGrpSpPr>
        <p:grpSpPr>
          <a:xfrm>
            <a:off x="4239693" y="4770338"/>
            <a:ext cx="1965649" cy="553998"/>
            <a:chOff x="4239693" y="843178"/>
            <a:chExt cx="1965649" cy="553998"/>
          </a:xfrm>
        </p:grpSpPr>
        <p:sp>
          <p:nvSpPr>
            <p:cNvPr id="19" name="Globo: flecha izquierda 18">
              <a:extLst>
                <a:ext uri="{FF2B5EF4-FFF2-40B4-BE49-F238E27FC236}">
                  <a16:creationId xmlns:a16="http://schemas.microsoft.com/office/drawing/2014/main" id="{2E7BE4A7-43C5-FAAD-5725-ADB6A0D10413}"/>
                </a:ext>
              </a:extLst>
            </p:cNvPr>
            <p:cNvSpPr/>
            <p:nvPr/>
          </p:nvSpPr>
          <p:spPr>
            <a:xfrm>
              <a:off x="4239693" y="850572"/>
              <a:ext cx="1856307" cy="539210"/>
            </a:xfrm>
            <a:prstGeom prst="leftArrowCallout">
              <a:avLst>
                <a:gd name="adj1" fmla="val 25000"/>
                <a:gd name="adj2" fmla="val 25000"/>
                <a:gd name="adj3" fmla="val 25000"/>
                <a:gd name="adj4" fmla="val 80482"/>
              </a:avLst>
            </a:prstGeom>
            <a:noFill/>
            <a:ln w="38100">
              <a:solidFill>
                <a:srgbClr val="E7D2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0" name="CuadroTexto 19">
              <a:extLst>
                <a:ext uri="{FF2B5EF4-FFF2-40B4-BE49-F238E27FC236}">
                  <a16:creationId xmlns:a16="http://schemas.microsoft.com/office/drawing/2014/main" id="{08DF05D1-32A8-2BCC-3951-245E239889C1}"/>
                </a:ext>
              </a:extLst>
            </p:cNvPr>
            <p:cNvSpPr txBox="1"/>
            <p:nvPr/>
          </p:nvSpPr>
          <p:spPr>
            <a:xfrm>
              <a:off x="4598143" y="843178"/>
              <a:ext cx="1607199" cy="553998"/>
            </a:xfrm>
            <a:prstGeom prst="rect">
              <a:avLst/>
            </a:prstGeom>
            <a:noFill/>
          </p:spPr>
          <p:txBody>
            <a:bodyPr wrap="square" rtlCol="0">
              <a:spAutoFit/>
            </a:bodyPr>
            <a:lstStyle/>
            <a:p>
              <a:r>
                <a:rPr lang="es-MX" sz="1000" noProof="0" dirty="0">
                  <a:latin typeface="Noto Sans" panose="020B0502040504020204" pitchFamily="34" charset="0"/>
                  <a:ea typeface="Noto Sans" panose="020B0502040504020204" pitchFamily="34" charset="0"/>
                  <a:cs typeface="Noto Sans" panose="020B0502040504020204" pitchFamily="34" charset="0"/>
                </a:rPr>
                <a:t>Cláusula Décima, párrafos segundo y tercero</a:t>
              </a:r>
            </a:p>
          </p:txBody>
        </p:sp>
      </p:grpSp>
      <p:sp>
        <p:nvSpPr>
          <p:cNvPr id="21" name="Google Shape;129;p8">
            <a:extLst>
              <a:ext uri="{FF2B5EF4-FFF2-40B4-BE49-F238E27FC236}">
                <a16:creationId xmlns:a16="http://schemas.microsoft.com/office/drawing/2014/main" id="{8D0E1203-4848-6EFE-8A18-1CC42BAC9DF1}"/>
              </a:ext>
            </a:extLst>
          </p:cNvPr>
          <p:cNvSpPr txBox="1"/>
          <p:nvPr/>
        </p:nvSpPr>
        <p:spPr>
          <a:xfrm>
            <a:off x="7115157" y="2268743"/>
            <a:ext cx="4444738"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¿Qué es la Contraloría Social?</a:t>
            </a:r>
            <a:endParaRPr lang="es-MX" sz="2000" noProof="0" dirty="0">
              <a:solidFill>
                <a:srgbClr val="B7903D"/>
              </a:solidFill>
              <a:latin typeface="Calibri"/>
              <a:ea typeface="Calibri"/>
              <a:cs typeface="Calibri"/>
              <a:sym typeface="Calibri"/>
            </a:endParaRPr>
          </a:p>
        </p:txBody>
      </p:sp>
      <p:sp>
        <p:nvSpPr>
          <p:cNvPr id="22" name="CuadroTexto 21">
            <a:extLst>
              <a:ext uri="{FF2B5EF4-FFF2-40B4-BE49-F238E27FC236}">
                <a16:creationId xmlns:a16="http://schemas.microsoft.com/office/drawing/2014/main" id="{A20E5465-B27E-360B-5C4D-99BB76B8CB11}"/>
              </a:ext>
            </a:extLst>
          </p:cNvPr>
          <p:cNvSpPr txBox="1"/>
          <p:nvPr/>
        </p:nvSpPr>
        <p:spPr>
          <a:xfrm>
            <a:off x="6889007" y="2709002"/>
            <a:ext cx="4670888" cy="1323439"/>
          </a:xfrm>
          <a:prstGeom prst="rect">
            <a:avLst/>
          </a:prstGeom>
          <a:noFill/>
        </p:spPr>
        <p:txBody>
          <a:bodyPr wrap="square" rtlCol="0">
            <a:spAutoFit/>
          </a:bodyPr>
          <a:lstStyle/>
          <a:p>
            <a:pPr algn="just"/>
            <a:r>
              <a:rPr lang="es-MX" sz="1600" noProof="0" dirty="0">
                <a:latin typeface="Noto Sans" panose="020B0502040504020204" pitchFamily="34" charset="0"/>
                <a:ea typeface="Noto Sans" panose="020B0502040504020204" pitchFamily="34" charset="0"/>
                <a:cs typeface="Noto Sans" panose="020B0502040504020204" pitchFamily="34" charset="0"/>
              </a:rPr>
              <a:t>“[...] el mecanismo </a:t>
            </a:r>
            <a:r>
              <a:rPr lang="es-MX" sz="1600" dirty="0">
                <a:latin typeface="Noto Sans" panose="020B0502040504020204" pitchFamily="34" charset="0"/>
                <a:ea typeface="Noto Sans" panose="020B0502040504020204" pitchFamily="34" charset="0"/>
                <a:cs typeface="Noto Sans" panose="020B0502040504020204" pitchFamily="34" charset="0"/>
              </a:rPr>
              <a:t>a favor de </a:t>
            </a:r>
            <a:r>
              <a:rPr lang="es-MX" sz="1600" noProof="0" dirty="0">
                <a:latin typeface="Noto Sans" panose="020B0502040504020204" pitchFamily="34" charset="0"/>
                <a:ea typeface="Noto Sans" panose="020B0502040504020204" pitchFamily="34" charset="0"/>
                <a:cs typeface="Noto Sans" panose="020B0502040504020204" pitchFamily="34" charset="0"/>
              </a:rPr>
              <a:t>los beneficiarios, para que, de manera organizada, verifiquen el cumplimiento de las metas y la correcta aplicación de los recursos públicos asignados a los programas de desarrollo social.”</a:t>
            </a:r>
          </a:p>
        </p:txBody>
      </p:sp>
      <p:cxnSp>
        <p:nvCxnSpPr>
          <p:cNvPr id="24" name="Conector: angular 23">
            <a:extLst>
              <a:ext uri="{FF2B5EF4-FFF2-40B4-BE49-F238E27FC236}">
                <a16:creationId xmlns:a16="http://schemas.microsoft.com/office/drawing/2014/main" id="{073247F7-3B36-54B6-0126-AFBA254096FA}"/>
              </a:ext>
            </a:extLst>
          </p:cNvPr>
          <p:cNvCxnSpPr>
            <a:cxnSpLocks/>
            <a:stCxn id="3" idx="2"/>
            <a:endCxn id="21" idx="0"/>
          </p:cNvCxnSpPr>
          <p:nvPr/>
        </p:nvCxnSpPr>
        <p:spPr>
          <a:xfrm rot="16200000" flipH="1">
            <a:off x="6921833" y="-146951"/>
            <a:ext cx="842865" cy="3988522"/>
          </a:xfrm>
          <a:prstGeom prst="bentConnector3">
            <a:avLst>
              <a:gd name="adj1" fmla="val 17168"/>
            </a:avLst>
          </a:prstGeom>
          <a:ln w="12700">
            <a:solidFill>
              <a:srgbClr val="621333"/>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Revisión de cuentas - Iconos gratis de negocios y finanzas">
            <a:extLst>
              <a:ext uri="{FF2B5EF4-FFF2-40B4-BE49-F238E27FC236}">
                <a16:creationId xmlns:a16="http://schemas.microsoft.com/office/drawing/2014/main" id="{A9CE5C93-F094-B2A6-70A3-4C488537A2F7}"/>
              </a:ext>
            </a:extLst>
          </p:cNvPr>
          <p:cNvPicPr>
            <a:picLocks noChangeAspect="1" noChangeArrowheads="1"/>
          </p:cNvPicPr>
          <p:nvPr/>
        </p:nvPicPr>
        <p:blipFill>
          <a:blip r:embed="rId8">
            <a:biLevel thresh="75000"/>
            <a:extLst>
              <a:ext uri="{28A0092B-C50C-407E-A947-70E740481C1C}">
                <a14:useLocalDpi xmlns:a14="http://schemas.microsoft.com/office/drawing/2010/main" val="0"/>
              </a:ext>
            </a:extLst>
          </a:blip>
          <a:srcRect/>
          <a:stretch>
            <a:fillRect/>
          </a:stretch>
        </p:blipFill>
        <p:spPr bwMode="auto">
          <a:xfrm>
            <a:off x="10027992" y="3953310"/>
            <a:ext cx="1208897" cy="144239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Vectores e ilustraciones de Reunion Trabajo para descargar gratis | Freepik">
            <a:extLst>
              <a:ext uri="{FF2B5EF4-FFF2-40B4-BE49-F238E27FC236}">
                <a16:creationId xmlns:a16="http://schemas.microsoft.com/office/drawing/2014/main" id="{8ACDB2A3-D643-D5CD-76C1-4C5654E2DD4C}"/>
              </a:ext>
            </a:extLst>
          </p:cNvPr>
          <p:cNvPicPr>
            <a:picLocks noChangeAspect="1" noChangeArrowheads="1"/>
          </p:cNvPicPr>
          <p:nvPr/>
        </p:nvPicPr>
        <p:blipFill>
          <a:blip r:embed="rId9">
            <a:clrChange>
              <a:clrFrom>
                <a:srgbClr val="FFFFFF"/>
              </a:clrFrom>
              <a:clrTo>
                <a:srgbClr val="FFFFFF">
                  <a:alpha val="0"/>
                </a:srgbClr>
              </a:clrTo>
            </a:clrChange>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224499" y="4003308"/>
            <a:ext cx="3125507" cy="210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134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3D0C7-0AE6-4485-9A90-808D107A60EB}"/>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8546A056-7D69-C298-0A04-8BA3912578AF}"/>
              </a:ext>
            </a:extLst>
          </p:cNvPr>
          <p:cNvPicPr>
            <a:picLocks noChangeAspect="1"/>
          </p:cNvPicPr>
          <p:nvPr/>
        </p:nvPicPr>
        <p:blipFill>
          <a:blip r:embed="rId3"/>
          <a:stretch>
            <a:fillRect/>
          </a:stretch>
        </p:blipFill>
        <p:spPr>
          <a:xfrm>
            <a:off x="8564275" y="267014"/>
            <a:ext cx="3389729" cy="732833"/>
          </a:xfrm>
          <a:prstGeom prst="rect">
            <a:avLst/>
          </a:prstGeom>
        </p:spPr>
      </p:pic>
      <p:sp>
        <p:nvSpPr>
          <p:cNvPr id="2" name="Google Shape;129;p8">
            <a:extLst>
              <a:ext uri="{FF2B5EF4-FFF2-40B4-BE49-F238E27FC236}">
                <a16:creationId xmlns:a16="http://schemas.microsoft.com/office/drawing/2014/main" id="{CE16A5D2-C392-3077-D63A-232B7F8BB064}"/>
              </a:ext>
            </a:extLst>
          </p:cNvPr>
          <p:cNvSpPr txBox="1"/>
          <p:nvPr/>
        </p:nvSpPr>
        <p:spPr>
          <a:xfrm>
            <a:off x="334739" y="210569"/>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Funciones de la Contraloría Social</a:t>
            </a:r>
            <a:endParaRPr lang="es-MX" sz="2000" noProof="0" dirty="0">
              <a:solidFill>
                <a:srgbClr val="B7903D"/>
              </a:solidFill>
              <a:latin typeface="Calibri"/>
              <a:ea typeface="Calibri"/>
              <a:cs typeface="Calibri"/>
              <a:sym typeface="Calibri"/>
            </a:endParaRPr>
          </a:p>
        </p:txBody>
      </p:sp>
      <p:sp>
        <p:nvSpPr>
          <p:cNvPr id="3" name="Google Shape;130;p8">
            <a:extLst>
              <a:ext uri="{FF2B5EF4-FFF2-40B4-BE49-F238E27FC236}">
                <a16:creationId xmlns:a16="http://schemas.microsoft.com/office/drawing/2014/main" id="{3A83D0ED-4ED2-C18D-F760-CA27BF0166E5}"/>
              </a:ext>
            </a:extLst>
          </p:cNvPr>
          <p:cNvSpPr txBox="1"/>
          <p:nvPr/>
        </p:nvSpPr>
        <p:spPr>
          <a:xfrm>
            <a:off x="2347212" y="705197"/>
            <a:ext cx="5994142" cy="5847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600" noProof="0" dirty="0">
                <a:solidFill>
                  <a:schemeClr val="dk1"/>
                </a:solidFill>
                <a:latin typeface="Noto Sans"/>
                <a:ea typeface="Noto Sans"/>
                <a:cs typeface="Noto Sans"/>
                <a:sym typeface="Noto Sans"/>
              </a:rPr>
              <a:t>El art. 71 de la Ley General de Desarrollo Social establece las siguientes funciones </a:t>
            </a:r>
            <a:r>
              <a:rPr lang="es-MX" sz="1600" dirty="0">
                <a:solidFill>
                  <a:schemeClr val="dk1"/>
                </a:solidFill>
                <a:latin typeface="Noto Sans"/>
                <a:ea typeface="Noto Sans"/>
                <a:cs typeface="Noto Sans"/>
                <a:sym typeface="Noto Sans"/>
              </a:rPr>
              <a:t>de</a:t>
            </a:r>
            <a:r>
              <a:rPr lang="es-MX" sz="1600" noProof="0" dirty="0">
                <a:solidFill>
                  <a:schemeClr val="dk1"/>
                </a:solidFill>
                <a:latin typeface="Noto Sans"/>
                <a:ea typeface="Noto Sans"/>
                <a:cs typeface="Noto Sans"/>
                <a:sym typeface="Noto Sans"/>
              </a:rPr>
              <a:t> la Contraloría Social:</a:t>
            </a:r>
            <a:endParaRPr lang="es-MX" sz="1600" noProof="0" dirty="0"/>
          </a:p>
        </p:txBody>
      </p:sp>
      <p:sp>
        <p:nvSpPr>
          <p:cNvPr id="4" name="Google Shape;130;p8">
            <a:extLst>
              <a:ext uri="{FF2B5EF4-FFF2-40B4-BE49-F238E27FC236}">
                <a16:creationId xmlns:a16="http://schemas.microsoft.com/office/drawing/2014/main" id="{F712710E-15EB-F340-E1C1-796824328001}"/>
              </a:ext>
            </a:extLst>
          </p:cNvPr>
          <p:cNvSpPr txBox="1"/>
          <p:nvPr/>
        </p:nvSpPr>
        <p:spPr>
          <a:xfrm>
            <a:off x="3437964" y="1380808"/>
            <a:ext cx="5994142" cy="526293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600" noProof="0" dirty="0">
                <a:solidFill>
                  <a:schemeClr val="dk1"/>
                </a:solidFill>
                <a:latin typeface="Noto Sans"/>
                <a:ea typeface="Noto Sans"/>
                <a:cs typeface="Noto Sans"/>
                <a:sym typeface="Noto Sans"/>
              </a:rPr>
              <a:t>I. </a:t>
            </a:r>
            <a:r>
              <a:rPr lang="es-MX" sz="1600" b="1" noProof="0" dirty="0">
                <a:solidFill>
                  <a:srgbClr val="A6802D"/>
                </a:solidFill>
                <a:latin typeface="Noto Sans"/>
                <a:ea typeface="Noto Sans"/>
                <a:cs typeface="Noto Sans"/>
                <a:sym typeface="Noto Sans"/>
              </a:rPr>
              <a:t>SOLICITAR</a:t>
            </a:r>
            <a:r>
              <a:rPr lang="es-MX" sz="1600" noProof="0" dirty="0">
                <a:solidFill>
                  <a:schemeClr val="dk1"/>
                </a:solidFill>
                <a:latin typeface="Noto Sans"/>
                <a:ea typeface="Noto Sans"/>
                <a:cs typeface="Noto Sans"/>
                <a:sym typeface="Noto Sans"/>
              </a:rPr>
              <a:t> información a las autoridades federales, estatales y municipales responsables de programas de desarrollo social, que considere necesaria para el desempeño de sus funciones;</a:t>
            </a:r>
          </a:p>
          <a:p>
            <a:pPr marL="0" marR="0" lvl="0" indent="0" algn="just" rtl="0">
              <a:spcBef>
                <a:spcPts val="0"/>
              </a:spcBef>
              <a:spcAft>
                <a:spcPts val="0"/>
              </a:spcAft>
              <a:buNone/>
            </a:pPr>
            <a:endParaRPr lang="es-MX" sz="1600" noProof="0" dirty="0">
              <a:solidFill>
                <a:schemeClr val="dk1"/>
              </a:solidFill>
              <a:latin typeface="Noto Sans"/>
              <a:ea typeface="Noto Sans"/>
              <a:cs typeface="Noto Sans"/>
              <a:sym typeface="Noto Sans"/>
            </a:endParaRPr>
          </a:p>
          <a:p>
            <a:pPr marL="0" marR="0" lvl="0" indent="0" algn="just" rtl="0">
              <a:spcBef>
                <a:spcPts val="0"/>
              </a:spcBef>
              <a:spcAft>
                <a:spcPts val="0"/>
              </a:spcAft>
              <a:buNone/>
            </a:pPr>
            <a:r>
              <a:rPr lang="es-MX" sz="1600" noProof="0" dirty="0">
                <a:solidFill>
                  <a:schemeClr val="dk1"/>
                </a:solidFill>
                <a:latin typeface="Noto Sans"/>
                <a:ea typeface="Noto Sans"/>
                <a:cs typeface="Noto Sans"/>
                <a:sym typeface="Noto Sans"/>
              </a:rPr>
              <a:t>II. </a:t>
            </a:r>
            <a:r>
              <a:rPr lang="es-MX" sz="1600" b="1" noProof="0" dirty="0">
                <a:solidFill>
                  <a:srgbClr val="A6802D"/>
                </a:solidFill>
                <a:latin typeface="Noto Sans"/>
                <a:ea typeface="Noto Sans"/>
                <a:cs typeface="Noto Sans"/>
                <a:sym typeface="Noto Sans"/>
              </a:rPr>
              <a:t>VIGILAR</a:t>
            </a:r>
            <a:r>
              <a:rPr lang="es-MX" sz="1600" noProof="0" dirty="0">
                <a:solidFill>
                  <a:schemeClr val="dk1"/>
                </a:solidFill>
                <a:latin typeface="Noto Sans"/>
                <a:ea typeface="Noto Sans"/>
                <a:cs typeface="Noto Sans"/>
                <a:sym typeface="Noto Sans"/>
              </a:rPr>
              <a:t> el debido ejercicio de los recursos públicos y su aplicación </a:t>
            </a:r>
            <a:r>
              <a:rPr lang="es-MX" sz="1600" dirty="0">
                <a:solidFill>
                  <a:schemeClr val="dk1"/>
                </a:solidFill>
                <a:latin typeface="Noto Sans"/>
                <a:ea typeface="Noto Sans"/>
                <a:cs typeface="Noto Sans"/>
                <a:sym typeface="Noto Sans"/>
              </a:rPr>
              <a:t>en </a:t>
            </a:r>
            <a:r>
              <a:rPr lang="es-MX" sz="1600" noProof="0" dirty="0">
                <a:solidFill>
                  <a:schemeClr val="dk1"/>
                </a:solidFill>
                <a:latin typeface="Noto Sans"/>
                <a:ea typeface="Noto Sans"/>
                <a:cs typeface="Noto Sans"/>
                <a:sym typeface="Noto Sans"/>
              </a:rPr>
              <a:t>los programas de desarrollo social conforme a la ley y a las reglas de operación;</a:t>
            </a:r>
          </a:p>
          <a:p>
            <a:pPr marL="0" marR="0" lvl="0" indent="0" algn="just" rtl="0">
              <a:spcBef>
                <a:spcPts val="0"/>
              </a:spcBef>
              <a:spcAft>
                <a:spcPts val="0"/>
              </a:spcAft>
              <a:buNone/>
            </a:pPr>
            <a:endParaRPr lang="es-MX" sz="1600" noProof="0" dirty="0">
              <a:solidFill>
                <a:schemeClr val="dk1"/>
              </a:solidFill>
              <a:latin typeface="Noto Sans"/>
              <a:ea typeface="Noto Sans"/>
              <a:cs typeface="Noto Sans"/>
              <a:sym typeface="Noto Sans"/>
            </a:endParaRPr>
          </a:p>
          <a:p>
            <a:pPr marL="0" marR="0" lvl="0" indent="0" algn="just" rtl="0">
              <a:spcBef>
                <a:spcPts val="0"/>
              </a:spcBef>
              <a:spcAft>
                <a:spcPts val="0"/>
              </a:spcAft>
              <a:buNone/>
            </a:pPr>
            <a:r>
              <a:rPr lang="es-MX" sz="1600" noProof="0" dirty="0">
                <a:solidFill>
                  <a:schemeClr val="dk1"/>
                </a:solidFill>
                <a:latin typeface="Noto Sans"/>
                <a:ea typeface="Noto Sans"/>
                <a:cs typeface="Noto Sans"/>
                <a:sym typeface="Noto Sans"/>
              </a:rPr>
              <a:t>III. </a:t>
            </a:r>
            <a:r>
              <a:rPr lang="es-MX" sz="1600" b="1" noProof="0" dirty="0">
                <a:solidFill>
                  <a:srgbClr val="A6802D"/>
                </a:solidFill>
                <a:latin typeface="Noto Sans"/>
                <a:ea typeface="Noto Sans"/>
                <a:cs typeface="Noto Sans"/>
                <a:sym typeface="Noto Sans"/>
              </a:rPr>
              <a:t>EMITIR</a:t>
            </a:r>
            <a:r>
              <a:rPr lang="es-MX" sz="1600" noProof="0" dirty="0">
                <a:solidFill>
                  <a:schemeClr val="dk1"/>
                </a:solidFill>
                <a:latin typeface="Noto Sans"/>
                <a:ea typeface="Noto Sans"/>
                <a:cs typeface="Noto Sans"/>
                <a:sym typeface="Noto Sans"/>
              </a:rPr>
              <a:t> informes sobre el desempeño de los programas y ejecución de los recursos públicos;</a:t>
            </a:r>
          </a:p>
          <a:p>
            <a:pPr marL="0" marR="0" lvl="0" indent="0" algn="just" rtl="0">
              <a:spcBef>
                <a:spcPts val="0"/>
              </a:spcBef>
              <a:spcAft>
                <a:spcPts val="0"/>
              </a:spcAft>
              <a:buNone/>
            </a:pPr>
            <a:endParaRPr lang="es-MX" sz="1600" noProof="0" dirty="0">
              <a:solidFill>
                <a:schemeClr val="dk1"/>
              </a:solidFill>
              <a:latin typeface="Noto Sans"/>
              <a:ea typeface="Noto Sans"/>
              <a:cs typeface="Noto Sans"/>
              <a:sym typeface="Noto Sans"/>
            </a:endParaRPr>
          </a:p>
          <a:p>
            <a:pPr marL="0" marR="0" lvl="0" indent="0" algn="just" rtl="0">
              <a:spcBef>
                <a:spcPts val="0"/>
              </a:spcBef>
              <a:spcAft>
                <a:spcPts val="0"/>
              </a:spcAft>
              <a:buNone/>
            </a:pPr>
            <a:r>
              <a:rPr lang="es-MX" sz="1600" noProof="0" dirty="0">
                <a:solidFill>
                  <a:schemeClr val="dk1"/>
                </a:solidFill>
                <a:latin typeface="Noto Sans"/>
                <a:ea typeface="Noto Sans"/>
                <a:cs typeface="Noto Sans"/>
                <a:sym typeface="Noto Sans"/>
              </a:rPr>
              <a:t>IV. </a:t>
            </a:r>
            <a:r>
              <a:rPr lang="es-MX" sz="1600" b="1" noProof="0" dirty="0">
                <a:solidFill>
                  <a:srgbClr val="A6802D"/>
                </a:solidFill>
                <a:latin typeface="Noto Sans"/>
                <a:ea typeface="Noto Sans"/>
                <a:cs typeface="Noto Sans"/>
                <a:sym typeface="Noto Sans"/>
              </a:rPr>
              <a:t>ATENDER</a:t>
            </a:r>
            <a:r>
              <a:rPr lang="es-MX" sz="1600" noProof="0" dirty="0">
                <a:solidFill>
                  <a:schemeClr val="dk1"/>
                </a:solidFill>
                <a:latin typeface="Noto Sans"/>
                <a:ea typeface="Noto Sans"/>
                <a:cs typeface="Noto Sans"/>
                <a:sym typeface="Noto Sans"/>
              </a:rPr>
              <a:t> e </a:t>
            </a:r>
            <a:r>
              <a:rPr lang="es-MX" sz="1600" b="1" noProof="0" dirty="0">
                <a:solidFill>
                  <a:srgbClr val="A6802D"/>
                </a:solidFill>
                <a:latin typeface="Noto Sans"/>
                <a:ea typeface="Noto Sans"/>
                <a:cs typeface="Noto Sans"/>
                <a:sym typeface="Noto Sans"/>
              </a:rPr>
              <a:t>INVESTIGAR</a:t>
            </a:r>
            <a:r>
              <a:rPr lang="es-MX" sz="1600" noProof="0" dirty="0">
                <a:solidFill>
                  <a:schemeClr val="dk1"/>
                </a:solidFill>
                <a:latin typeface="Noto Sans"/>
                <a:ea typeface="Noto Sans"/>
                <a:cs typeface="Noto Sans"/>
                <a:sym typeface="Noto Sans"/>
              </a:rPr>
              <a:t> quejas y denuncias presentadas en relación a la aplicación y ejecución de los programas, y</a:t>
            </a:r>
          </a:p>
          <a:p>
            <a:pPr algn="just"/>
            <a:endParaRPr lang="es-MX" sz="1600" noProof="0" dirty="0">
              <a:solidFill>
                <a:schemeClr val="dk1"/>
              </a:solidFill>
              <a:latin typeface="Noto Sans"/>
              <a:ea typeface="Noto Sans"/>
              <a:cs typeface="Noto Sans"/>
              <a:sym typeface="Noto Sans"/>
            </a:endParaRPr>
          </a:p>
          <a:p>
            <a:pPr algn="just"/>
            <a:r>
              <a:rPr lang="es-MX" sz="1600" noProof="0" dirty="0">
                <a:solidFill>
                  <a:schemeClr val="dk1"/>
                </a:solidFill>
                <a:latin typeface="Noto Sans"/>
                <a:ea typeface="Noto Sans"/>
                <a:cs typeface="Noto Sans"/>
                <a:sym typeface="Noto Sans"/>
              </a:rPr>
              <a:t>V. </a:t>
            </a:r>
            <a:r>
              <a:rPr lang="es-MX" sz="1600" b="1" noProof="0" dirty="0">
                <a:solidFill>
                  <a:srgbClr val="A6802D"/>
                </a:solidFill>
                <a:latin typeface="Noto Sans"/>
                <a:ea typeface="Noto Sans"/>
                <a:cs typeface="Noto Sans"/>
                <a:sym typeface="Noto Sans"/>
              </a:rPr>
              <a:t>PRESENTAR</a:t>
            </a:r>
            <a:r>
              <a:rPr lang="es-MX" sz="1600" noProof="0" dirty="0">
                <a:solidFill>
                  <a:schemeClr val="dk1"/>
                </a:solidFill>
                <a:latin typeface="Noto Sans"/>
                <a:ea typeface="Noto Sans"/>
                <a:cs typeface="Noto Sans"/>
                <a:sym typeface="Noto Sans"/>
              </a:rPr>
              <a:t> ante la autoridad competente quejas y denuncias que den lugar a una responsabilidad administrativa, civil o penal, relacionada con los programas sociales.</a:t>
            </a:r>
          </a:p>
          <a:p>
            <a:pPr marL="0" marR="0" lvl="0" indent="0" algn="just" rtl="0">
              <a:spcBef>
                <a:spcPts val="0"/>
              </a:spcBef>
              <a:spcAft>
                <a:spcPts val="0"/>
              </a:spcAft>
              <a:buNone/>
            </a:pPr>
            <a:endParaRPr lang="es-MX" sz="1600" noProof="0" dirty="0">
              <a:solidFill>
                <a:schemeClr val="dk1"/>
              </a:solidFill>
              <a:latin typeface="Noto Sans"/>
              <a:ea typeface="Noto Sans"/>
              <a:cs typeface="Noto Sans"/>
              <a:sym typeface="Noto Sans"/>
            </a:endParaRPr>
          </a:p>
          <a:p>
            <a:pPr marL="0" marR="0" lvl="0" indent="0" algn="just" rtl="0">
              <a:spcBef>
                <a:spcPts val="0"/>
              </a:spcBef>
              <a:spcAft>
                <a:spcPts val="0"/>
              </a:spcAft>
              <a:buNone/>
            </a:pPr>
            <a:endParaRPr lang="es-MX" sz="1600" noProof="0" dirty="0">
              <a:solidFill>
                <a:schemeClr val="dk1"/>
              </a:solidFill>
              <a:latin typeface="Noto Sans"/>
              <a:ea typeface="Noto Sans"/>
              <a:cs typeface="Noto Sans"/>
              <a:sym typeface="Noto Sans"/>
            </a:endParaRPr>
          </a:p>
        </p:txBody>
      </p:sp>
      <p:pic>
        <p:nvPicPr>
          <p:cNvPr id="9" name="Imagen 8">
            <a:extLst>
              <a:ext uri="{FF2B5EF4-FFF2-40B4-BE49-F238E27FC236}">
                <a16:creationId xmlns:a16="http://schemas.microsoft.com/office/drawing/2014/main" id="{BF803649-92A3-16F8-3424-0B50C1869E08}"/>
              </a:ext>
            </a:extLst>
          </p:cNvPr>
          <p:cNvPicPr>
            <a:picLocks noChangeAspect="1"/>
          </p:cNvPicPr>
          <p:nvPr/>
        </p:nvPicPr>
        <p:blipFill>
          <a:blip r:embed="rId4" cstate="email">
            <a:clrChange>
              <a:clrFrom>
                <a:srgbClr val="F1F3F2"/>
              </a:clrFrom>
              <a:clrTo>
                <a:srgbClr val="F1F3F2">
                  <a:alpha val="0"/>
                </a:srgbClr>
              </a:clrTo>
            </a:clrChange>
            <a:extLst>
              <a:ext uri="{28A0092B-C50C-407E-A947-70E740481C1C}">
                <a14:useLocalDpi xmlns:a14="http://schemas.microsoft.com/office/drawing/2010/main"/>
              </a:ext>
            </a:extLst>
          </a:blip>
          <a:srcRect/>
          <a:stretch/>
        </p:blipFill>
        <p:spPr>
          <a:xfrm>
            <a:off x="9429364" y="1356586"/>
            <a:ext cx="981692" cy="1211924"/>
          </a:xfrm>
          <a:prstGeom prst="rect">
            <a:avLst/>
          </a:prstGeom>
        </p:spPr>
      </p:pic>
      <p:pic>
        <p:nvPicPr>
          <p:cNvPr id="5126" name="Picture 6" descr="Magnifier Icon Vector Illustration: vector de stock (libre de regalías)  1007943955 | Shutterstock">
            <a:extLst>
              <a:ext uri="{FF2B5EF4-FFF2-40B4-BE49-F238E27FC236}">
                <a16:creationId xmlns:a16="http://schemas.microsoft.com/office/drawing/2014/main" id="{2B99FD15-5A43-725F-328E-F7402A21B735}"/>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1938" t="23828" r="20954" b="34115"/>
          <a:stretch/>
        </p:blipFill>
        <p:spPr bwMode="auto">
          <a:xfrm>
            <a:off x="2177484" y="2613789"/>
            <a:ext cx="1260480" cy="100022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icono de vector de informe 20835365 Vector en Vecteezy">
            <a:extLst>
              <a:ext uri="{FF2B5EF4-FFF2-40B4-BE49-F238E27FC236}">
                <a16:creationId xmlns:a16="http://schemas.microsoft.com/office/drawing/2014/main" id="{96117E03-E9AF-7E40-3B66-14EB603965E1}"/>
              </a:ext>
            </a:extLst>
          </p:cNvPr>
          <p:cNvPicPr>
            <a:picLocks noChangeAspect="1" noChangeArrowheads="1"/>
          </p:cNvPicPr>
          <p:nvPr/>
        </p:nvPicPr>
        <p:blipFill>
          <a:blip r:embed="rId6">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a:stretch>
            <a:fillRect/>
          </a:stretch>
        </p:blipFill>
        <p:spPr bwMode="auto">
          <a:xfrm>
            <a:off x="9569196" y="3399527"/>
            <a:ext cx="981692" cy="102108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Formulario de queja concepto en línea ilustración vectorial | Vector Premium">
            <a:extLst>
              <a:ext uri="{FF2B5EF4-FFF2-40B4-BE49-F238E27FC236}">
                <a16:creationId xmlns:a16="http://schemas.microsoft.com/office/drawing/2014/main" id="{79EBA06D-B7DC-DC6C-9FA7-E41D63844594}"/>
              </a:ext>
            </a:extLst>
          </p:cNvPr>
          <p:cNvPicPr>
            <a:picLocks noChangeAspect="1" noChangeArrowheads="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665998" y="3864475"/>
            <a:ext cx="2193276" cy="1461016"/>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Icono De Autoridades,autorización Ilustraciones svg, vectoriales, clip art  vectorizado libre de derechos. Image 199689829">
            <a:extLst>
              <a:ext uri="{FF2B5EF4-FFF2-40B4-BE49-F238E27FC236}">
                <a16:creationId xmlns:a16="http://schemas.microsoft.com/office/drawing/2014/main" id="{873DF988-9622-EE47-60BE-647E2C80C61A}"/>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220436" y="4902566"/>
            <a:ext cx="1679212" cy="1679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545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910C341B-B4C2-8361-A93D-D03E03F1DA44}"/>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CuadroTexto 2">
            <a:extLst>
              <a:ext uri="{FF2B5EF4-FFF2-40B4-BE49-F238E27FC236}">
                <a16:creationId xmlns:a16="http://schemas.microsoft.com/office/drawing/2014/main" id="{475963DC-71FB-6133-A0D3-0F95DEDE1861}"/>
              </a:ext>
            </a:extLst>
          </p:cNvPr>
          <p:cNvSpPr txBox="1"/>
          <p:nvPr/>
        </p:nvSpPr>
        <p:spPr>
          <a:xfrm>
            <a:off x="2188184" y="1292819"/>
            <a:ext cx="7815632" cy="3736472"/>
          </a:xfrm>
          <a:prstGeom prst="rect">
            <a:avLst/>
          </a:prstGeom>
          <a:noFill/>
        </p:spPr>
        <p:txBody>
          <a:bodyPr wrap="square" rtlCol="0">
            <a:spAutoFit/>
          </a:bodyPr>
          <a:lstStyle/>
          <a:p>
            <a:pPr algn="just">
              <a:lnSpc>
                <a:spcPct val="150000"/>
              </a:lnSpc>
            </a:pPr>
            <a:r>
              <a:rPr lang="es-MX" sz="2000" noProof="0" dirty="0">
                <a:solidFill>
                  <a:schemeClr val="dk1"/>
                </a:solidFill>
                <a:latin typeface="Noto Sans"/>
                <a:ea typeface="Noto Sans"/>
                <a:cs typeface="Noto Sans"/>
              </a:rPr>
              <a:t>Para el programa Pp U006, el mecanismo de la Contraloría Social tiene por objeto </a:t>
            </a:r>
            <a:r>
              <a:rPr lang="es-MX" sz="2000" b="1" noProof="0" dirty="0">
                <a:solidFill>
                  <a:srgbClr val="A6802D"/>
                </a:solidFill>
                <a:latin typeface="Noto Sans"/>
                <a:ea typeface="Noto Sans"/>
                <a:cs typeface="Noto Sans"/>
              </a:rPr>
              <a:t>verificar el cumplimiento de las metas establecidas y la correcta aplicación de los recursos públicos asignados para la adquisición de Materiales y Suministros </a:t>
            </a:r>
            <a:r>
              <a:rPr lang="es-MX" sz="2000" noProof="0" dirty="0">
                <a:solidFill>
                  <a:schemeClr val="dk1"/>
                </a:solidFill>
                <a:latin typeface="Noto Sans"/>
                <a:ea typeface="Noto Sans"/>
                <a:cs typeface="Noto Sans"/>
              </a:rPr>
              <a:t>(Capítulo de Gasto 2000) </a:t>
            </a:r>
            <a:r>
              <a:rPr lang="es-MX" sz="2000" b="1" noProof="0" dirty="0">
                <a:solidFill>
                  <a:srgbClr val="A6802D"/>
                </a:solidFill>
                <a:latin typeface="Noto Sans"/>
                <a:ea typeface="Noto Sans"/>
                <a:cs typeface="Noto Sans"/>
              </a:rPr>
              <a:t>y el pago de Servicios Generales </a:t>
            </a:r>
            <a:r>
              <a:rPr lang="es-MX" sz="2000" noProof="0" dirty="0">
                <a:solidFill>
                  <a:schemeClr val="dk1"/>
                </a:solidFill>
                <a:latin typeface="Noto Sans"/>
                <a:ea typeface="Noto Sans"/>
                <a:cs typeface="Noto Sans"/>
              </a:rPr>
              <a:t>(Capítulo de Gasto 3000) </a:t>
            </a:r>
            <a:r>
              <a:rPr lang="es-MX" sz="2000" b="1" noProof="0" dirty="0">
                <a:solidFill>
                  <a:srgbClr val="A6802D"/>
                </a:solidFill>
                <a:latin typeface="Noto Sans"/>
                <a:ea typeface="Noto Sans"/>
                <a:cs typeface="Noto Sans"/>
              </a:rPr>
              <a:t>a los Organismos Descentralizados Estatales, Servicios Educativos Coordinados y Telebachilleratos Comunitarios. </a:t>
            </a:r>
          </a:p>
        </p:txBody>
      </p:sp>
    </p:spTree>
    <p:extLst>
      <p:ext uri="{BB962C8B-B14F-4D97-AF65-F5344CB8AC3E}">
        <p14:creationId xmlns:p14="http://schemas.microsoft.com/office/powerpoint/2010/main" val="2293386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EE9564E-186E-9116-B453-A31077E8D6A5}"/>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8;p8">
            <a:extLst>
              <a:ext uri="{FF2B5EF4-FFF2-40B4-BE49-F238E27FC236}">
                <a16:creationId xmlns:a16="http://schemas.microsoft.com/office/drawing/2014/main" id="{1DEA18CD-0472-B1A1-520E-8E5E5C93AE83}"/>
              </a:ext>
            </a:extLst>
          </p:cNvPr>
          <p:cNvSpPr txBox="1"/>
          <p:nvPr/>
        </p:nvSpPr>
        <p:spPr>
          <a:xfrm>
            <a:off x="386444" y="245856"/>
            <a:ext cx="7440819"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1" noProof="0" dirty="0">
                <a:solidFill>
                  <a:srgbClr val="1E5B4F"/>
                </a:solidFill>
                <a:latin typeface="Noto Sans"/>
                <a:ea typeface="Noto Sans"/>
                <a:cs typeface="Noto Sans"/>
                <a:sym typeface="Noto Sans"/>
              </a:rPr>
              <a:t>PARTICIPANTES EN LA CONTRALORÍA SOCIAL</a:t>
            </a:r>
          </a:p>
        </p:txBody>
      </p:sp>
      <p:sp>
        <p:nvSpPr>
          <p:cNvPr id="4" name="Google Shape;129;p8">
            <a:extLst>
              <a:ext uri="{FF2B5EF4-FFF2-40B4-BE49-F238E27FC236}">
                <a16:creationId xmlns:a16="http://schemas.microsoft.com/office/drawing/2014/main" id="{71CB4703-7791-C588-1B82-A02273C6B638}"/>
              </a:ext>
            </a:extLst>
          </p:cNvPr>
          <p:cNvSpPr txBox="1"/>
          <p:nvPr/>
        </p:nvSpPr>
        <p:spPr>
          <a:xfrm>
            <a:off x="412150" y="827340"/>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Instancia Normativa</a:t>
            </a:r>
            <a:endParaRPr lang="es-MX" sz="2000" noProof="0" dirty="0">
              <a:solidFill>
                <a:srgbClr val="B7903D"/>
              </a:solidFill>
              <a:latin typeface="Calibri"/>
              <a:ea typeface="Calibri"/>
              <a:cs typeface="Calibri"/>
              <a:sym typeface="Calibri"/>
            </a:endParaRPr>
          </a:p>
        </p:txBody>
      </p:sp>
      <p:sp>
        <p:nvSpPr>
          <p:cNvPr id="5" name="Google Shape;130;p8">
            <a:extLst>
              <a:ext uri="{FF2B5EF4-FFF2-40B4-BE49-F238E27FC236}">
                <a16:creationId xmlns:a16="http://schemas.microsoft.com/office/drawing/2014/main" id="{6B58D25F-5CDE-B6F4-F456-B61A67418E0F}"/>
              </a:ext>
            </a:extLst>
          </p:cNvPr>
          <p:cNvSpPr txBox="1"/>
          <p:nvPr/>
        </p:nvSpPr>
        <p:spPr>
          <a:xfrm>
            <a:off x="412150" y="1301746"/>
            <a:ext cx="10854580" cy="5847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600" noProof="0" dirty="0">
                <a:solidFill>
                  <a:schemeClr val="dk1"/>
                </a:solidFill>
                <a:latin typeface="Noto Sans"/>
                <a:ea typeface="Noto Sans"/>
                <a:cs typeface="Noto Sans"/>
                <a:sym typeface="Noto Sans"/>
              </a:rPr>
              <a:t>La </a:t>
            </a:r>
            <a:r>
              <a:rPr lang="es-MX" sz="1600" b="1" noProof="0" dirty="0">
                <a:solidFill>
                  <a:srgbClr val="A6802D"/>
                </a:solidFill>
                <a:latin typeface="Noto Sans"/>
                <a:ea typeface="Noto Sans"/>
                <a:cs typeface="Noto Sans"/>
                <a:sym typeface="Noto Sans"/>
              </a:rPr>
              <a:t>Dirección de Subsidios y Presupuesto para Planteles y ODES </a:t>
            </a:r>
            <a:r>
              <a:rPr lang="es-MX" sz="1600" noProof="0" dirty="0">
                <a:solidFill>
                  <a:schemeClr val="dk1"/>
                </a:solidFill>
                <a:latin typeface="Noto Sans"/>
                <a:ea typeface="Noto Sans"/>
                <a:cs typeface="Noto Sans"/>
                <a:sym typeface="Noto Sans"/>
              </a:rPr>
              <a:t>de la </a:t>
            </a:r>
            <a:r>
              <a:rPr lang="es-MX" sz="1600" b="1" noProof="0" dirty="0">
                <a:solidFill>
                  <a:srgbClr val="A6802D"/>
                </a:solidFill>
                <a:latin typeface="Noto Sans"/>
                <a:ea typeface="Noto Sans"/>
                <a:cs typeface="Noto Sans"/>
                <a:sym typeface="Noto Sans"/>
              </a:rPr>
              <a:t>Subsecretaría de Educación Media Superior (SEMS</a:t>
            </a:r>
            <a:r>
              <a:rPr lang="es-MX" sz="1600" noProof="0" dirty="0">
                <a:solidFill>
                  <a:schemeClr val="dk1"/>
                </a:solidFill>
                <a:latin typeface="Noto Sans"/>
                <a:ea typeface="Noto Sans"/>
                <a:cs typeface="Noto Sans"/>
                <a:sym typeface="Noto Sans"/>
              </a:rPr>
              <a:t>), </a:t>
            </a:r>
            <a:r>
              <a:rPr lang="es-MX" sz="1600" dirty="0">
                <a:solidFill>
                  <a:schemeClr val="dk1"/>
                </a:solidFill>
                <a:latin typeface="Noto Sans"/>
                <a:ea typeface="Noto Sans"/>
                <a:cs typeface="Noto Sans"/>
                <a:sym typeface="Noto Sans"/>
              </a:rPr>
              <a:t>será la </a:t>
            </a:r>
            <a:r>
              <a:rPr lang="es-MX" sz="1600" noProof="0" dirty="0">
                <a:solidFill>
                  <a:schemeClr val="dk1"/>
                </a:solidFill>
                <a:latin typeface="Noto Sans"/>
                <a:ea typeface="Noto Sans"/>
                <a:cs typeface="Noto Sans"/>
                <a:sym typeface="Noto Sans"/>
              </a:rPr>
              <a:t>instancia normativa y tendrá las siguiente funciones:</a:t>
            </a:r>
            <a:endParaRPr lang="es-MX" sz="1600" noProof="0" dirty="0"/>
          </a:p>
        </p:txBody>
      </p:sp>
      <p:graphicFrame>
        <p:nvGraphicFramePr>
          <p:cNvPr id="6" name="Diagrama 5">
            <a:extLst>
              <a:ext uri="{FF2B5EF4-FFF2-40B4-BE49-F238E27FC236}">
                <a16:creationId xmlns:a16="http://schemas.microsoft.com/office/drawing/2014/main" id="{ACC49127-9BC3-6D6A-9EBB-B938B5F21CD6}"/>
              </a:ext>
            </a:extLst>
          </p:cNvPr>
          <p:cNvGraphicFramePr/>
          <p:nvPr>
            <p:extLst>
              <p:ext uri="{D42A27DB-BD31-4B8C-83A1-F6EECF244321}">
                <p14:modId xmlns:p14="http://schemas.microsoft.com/office/powerpoint/2010/main" val="1870730588"/>
              </p:ext>
            </p:extLst>
          </p:nvPr>
        </p:nvGraphicFramePr>
        <p:xfrm>
          <a:off x="412150" y="1999671"/>
          <a:ext cx="11541855" cy="4154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3119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F80D086-7E4A-5F4B-8856-ABD71BB28BDF}"/>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9;p8">
            <a:extLst>
              <a:ext uri="{FF2B5EF4-FFF2-40B4-BE49-F238E27FC236}">
                <a16:creationId xmlns:a16="http://schemas.microsoft.com/office/drawing/2014/main" id="{7191F9EE-7B8A-8854-8F87-BA2B43E69F7B}"/>
              </a:ext>
            </a:extLst>
          </p:cNvPr>
          <p:cNvSpPr txBox="1"/>
          <p:nvPr/>
        </p:nvSpPr>
        <p:spPr>
          <a:xfrm>
            <a:off x="386444" y="459329"/>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Instancia Ejecutora</a:t>
            </a:r>
            <a:endParaRPr lang="es-MX" sz="2000" noProof="0" dirty="0">
              <a:solidFill>
                <a:srgbClr val="B7903D"/>
              </a:solidFill>
              <a:latin typeface="Calibri"/>
              <a:ea typeface="Calibri"/>
              <a:cs typeface="Calibri"/>
              <a:sym typeface="Calibri"/>
            </a:endParaRPr>
          </a:p>
        </p:txBody>
      </p:sp>
      <p:sp>
        <p:nvSpPr>
          <p:cNvPr id="4" name="Google Shape;130;p8">
            <a:extLst>
              <a:ext uri="{FF2B5EF4-FFF2-40B4-BE49-F238E27FC236}">
                <a16:creationId xmlns:a16="http://schemas.microsoft.com/office/drawing/2014/main" id="{73D9FE68-77EC-E1D5-3840-A0BF45843B53}"/>
              </a:ext>
            </a:extLst>
          </p:cNvPr>
          <p:cNvSpPr txBox="1"/>
          <p:nvPr/>
        </p:nvSpPr>
        <p:spPr>
          <a:xfrm>
            <a:off x="386444" y="1018255"/>
            <a:ext cx="10854580" cy="584735"/>
          </a:xfrm>
          <a:prstGeom prst="rect">
            <a:avLst/>
          </a:prstGeom>
          <a:noFill/>
          <a:ln>
            <a:noFill/>
          </a:ln>
        </p:spPr>
        <p:txBody>
          <a:bodyPr spcFirstLastPara="1" wrap="square" lIns="91425" tIns="45700" rIns="91425" bIns="45700" anchor="t" anchorCtr="0">
            <a:spAutoFit/>
          </a:bodyPr>
          <a:lstStyle/>
          <a:p>
            <a:pPr algn="just"/>
            <a:r>
              <a:rPr lang="es-MX" sz="1600" noProof="0" dirty="0">
                <a:latin typeface="Noto Sans" panose="020B0502040504020204" pitchFamily="34" charset="0"/>
                <a:ea typeface="Noto Sans" panose="020B0502040504020204" pitchFamily="34" charset="0"/>
                <a:cs typeface="Noto Sans" panose="020B0502040504020204" pitchFamily="34" charset="0"/>
              </a:rPr>
              <a:t>Los</a:t>
            </a:r>
            <a:r>
              <a:rPr lang="es-MX" sz="1600" b="1" noProof="0" dirty="0">
                <a:latin typeface="Noto Sans" panose="020B0502040504020204" pitchFamily="34" charset="0"/>
                <a:ea typeface="Noto Sans" panose="020B0502040504020204" pitchFamily="34" charset="0"/>
                <a:cs typeface="Noto Sans" panose="020B0502040504020204" pitchFamily="34" charset="0"/>
              </a:rPr>
              <a:t> </a:t>
            </a:r>
            <a:r>
              <a:rPr lang="es-MX" sz="1600"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Organismos Descentralizados Estatales (ODES) a través de los Enlaces Estatales de Contraloría Social </a:t>
            </a:r>
            <a:r>
              <a:rPr lang="es-MX" sz="1600" noProof="0" dirty="0">
                <a:latin typeface="Noto Sans" panose="020B0502040504020204" pitchFamily="34" charset="0"/>
                <a:ea typeface="Noto Sans" panose="020B0502040504020204" pitchFamily="34" charset="0"/>
                <a:cs typeface="Noto Sans" panose="020B0502040504020204" pitchFamily="34" charset="0"/>
              </a:rPr>
              <a:t>fungirán como Instancia Ejecutora y tendrán las siguientes funciones:</a:t>
            </a:r>
          </a:p>
        </p:txBody>
      </p:sp>
      <p:graphicFrame>
        <p:nvGraphicFramePr>
          <p:cNvPr id="5" name="Diagrama 4">
            <a:extLst>
              <a:ext uri="{FF2B5EF4-FFF2-40B4-BE49-F238E27FC236}">
                <a16:creationId xmlns:a16="http://schemas.microsoft.com/office/drawing/2014/main" id="{3B7FD467-125D-50FE-4C76-6C1F91BF0DC7}"/>
              </a:ext>
            </a:extLst>
          </p:cNvPr>
          <p:cNvGraphicFramePr/>
          <p:nvPr>
            <p:extLst>
              <p:ext uri="{D42A27DB-BD31-4B8C-83A1-F6EECF244321}">
                <p14:modId xmlns:p14="http://schemas.microsoft.com/office/powerpoint/2010/main" val="3846645423"/>
              </p:ext>
            </p:extLst>
          </p:nvPr>
        </p:nvGraphicFramePr>
        <p:xfrm>
          <a:off x="93626" y="1586500"/>
          <a:ext cx="12004747" cy="42855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3517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803FD5F-66BB-CC51-79E1-A975E903B4ED}"/>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9;p8">
            <a:extLst>
              <a:ext uri="{FF2B5EF4-FFF2-40B4-BE49-F238E27FC236}">
                <a16:creationId xmlns:a16="http://schemas.microsoft.com/office/drawing/2014/main" id="{8AF83F54-1F53-D8BF-5802-C917DC57267B}"/>
              </a:ext>
            </a:extLst>
          </p:cNvPr>
          <p:cNvSpPr txBox="1"/>
          <p:nvPr/>
        </p:nvSpPr>
        <p:spPr>
          <a:xfrm>
            <a:off x="322512" y="267014"/>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Instancia Ejecutora</a:t>
            </a:r>
            <a:endParaRPr lang="es-MX" sz="2000" noProof="0" dirty="0">
              <a:solidFill>
                <a:srgbClr val="B7903D"/>
              </a:solidFill>
              <a:latin typeface="Calibri"/>
              <a:ea typeface="Calibri"/>
              <a:cs typeface="Calibri"/>
              <a:sym typeface="Calibri"/>
            </a:endParaRPr>
          </a:p>
        </p:txBody>
      </p:sp>
      <p:sp>
        <p:nvSpPr>
          <p:cNvPr id="5" name="Google Shape;130;p8">
            <a:extLst>
              <a:ext uri="{FF2B5EF4-FFF2-40B4-BE49-F238E27FC236}">
                <a16:creationId xmlns:a16="http://schemas.microsoft.com/office/drawing/2014/main" id="{6CE7F331-CFC5-0FDF-C4EC-6455A3DC5534}"/>
              </a:ext>
            </a:extLst>
          </p:cNvPr>
          <p:cNvSpPr txBox="1"/>
          <p:nvPr/>
        </p:nvSpPr>
        <p:spPr>
          <a:xfrm>
            <a:off x="322512" y="719666"/>
            <a:ext cx="3389729" cy="400069"/>
          </a:xfrm>
          <a:prstGeom prst="rect">
            <a:avLst/>
          </a:prstGeom>
          <a:noFill/>
          <a:ln>
            <a:noFill/>
          </a:ln>
        </p:spPr>
        <p:txBody>
          <a:bodyPr spcFirstLastPara="1" wrap="square" lIns="91425" tIns="45700" rIns="91425" bIns="45700" anchor="t" anchorCtr="0">
            <a:spAutoFit/>
          </a:bodyPr>
          <a:lstStyle/>
          <a:p>
            <a:pPr algn="just"/>
            <a:r>
              <a:rPr lang="es-MX" sz="2000" b="1" dirty="0">
                <a:solidFill>
                  <a:srgbClr val="B7903D"/>
                </a:solidFill>
                <a:latin typeface="Noto Sans"/>
                <a:ea typeface="Noto Sans"/>
                <a:cs typeface="Noto Sans"/>
              </a:rPr>
              <a:t>Programa de Trabajo</a:t>
            </a:r>
          </a:p>
        </p:txBody>
      </p:sp>
      <p:graphicFrame>
        <p:nvGraphicFramePr>
          <p:cNvPr id="6" name="Diagrama 5">
            <a:extLst>
              <a:ext uri="{FF2B5EF4-FFF2-40B4-BE49-F238E27FC236}">
                <a16:creationId xmlns:a16="http://schemas.microsoft.com/office/drawing/2014/main" id="{2B0168DF-9837-570F-FB89-B3B8E965167D}"/>
              </a:ext>
            </a:extLst>
          </p:cNvPr>
          <p:cNvGraphicFramePr/>
          <p:nvPr>
            <p:extLst>
              <p:ext uri="{D42A27DB-BD31-4B8C-83A1-F6EECF244321}">
                <p14:modId xmlns:p14="http://schemas.microsoft.com/office/powerpoint/2010/main" val="3473947005"/>
              </p:ext>
            </p:extLst>
          </p:nvPr>
        </p:nvGraphicFramePr>
        <p:xfrm>
          <a:off x="1177637" y="1172319"/>
          <a:ext cx="10450256"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4005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7A35B23-5AD1-943A-5ED9-B4243EA46676}"/>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8;p8">
            <a:extLst>
              <a:ext uri="{FF2B5EF4-FFF2-40B4-BE49-F238E27FC236}">
                <a16:creationId xmlns:a16="http://schemas.microsoft.com/office/drawing/2014/main" id="{C3A228EB-AB0E-7CD7-E874-FDB8F7CA153E}"/>
              </a:ext>
            </a:extLst>
          </p:cNvPr>
          <p:cNvSpPr txBox="1"/>
          <p:nvPr/>
        </p:nvSpPr>
        <p:spPr>
          <a:xfrm>
            <a:off x="500744" y="402618"/>
            <a:ext cx="7440819"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1" noProof="0" dirty="0">
                <a:solidFill>
                  <a:srgbClr val="1E5B4F"/>
                </a:solidFill>
                <a:latin typeface="Noto Sans"/>
                <a:ea typeface="Noto Sans"/>
                <a:cs typeface="Noto Sans"/>
                <a:sym typeface="Noto Sans"/>
              </a:rPr>
              <a:t>COMITÉS DE CONTRALORÍA SOCIAL</a:t>
            </a:r>
          </a:p>
        </p:txBody>
      </p:sp>
      <p:sp>
        <p:nvSpPr>
          <p:cNvPr id="4" name="Google Shape;129;p8">
            <a:extLst>
              <a:ext uri="{FF2B5EF4-FFF2-40B4-BE49-F238E27FC236}">
                <a16:creationId xmlns:a16="http://schemas.microsoft.com/office/drawing/2014/main" id="{8BFEBED0-67EC-9F70-E2BC-14967298F390}"/>
              </a:ext>
            </a:extLst>
          </p:cNvPr>
          <p:cNvSpPr txBox="1"/>
          <p:nvPr/>
        </p:nvSpPr>
        <p:spPr>
          <a:xfrm>
            <a:off x="500744" y="1123396"/>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¿Qué son?</a:t>
            </a:r>
            <a:endParaRPr lang="es-MX" sz="2000" noProof="0" dirty="0">
              <a:solidFill>
                <a:srgbClr val="B7903D"/>
              </a:solidFill>
              <a:latin typeface="Calibri"/>
              <a:ea typeface="Calibri"/>
              <a:cs typeface="Calibri"/>
              <a:sym typeface="Calibri"/>
            </a:endParaRPr>
          </a:p>
        </p:txBody>
      </p:sp>
      <p:sp>
        <p:nvSpPr>
          <p:cNvPr id="7" name="CuadroTexto 6">
            <a:extLst>
              <a:ext uri="{FF2B5EF4-FFF2-40B4-BE49-F238E27FC236}">
                <a16:creationId xmlns:a16="http://schemas.microsoft.com/office/drawing/2014/main" id="{88B5C303-D754-DB7F-0C28-A65B80FDE6D0}"/>
              </a:ext>
            </a:extLst>
          </p:cNvPr>
          <p:cNvSpPr txBox="1"/>
          <p:nvPr/>
        </p:nvSpPr>
        <p:spPr>
          <a:xfrm>
            <a:off x="311658" y="1571698"/>
            <a:ext cx="5089398" cy="2569934"/>
          </a:xfrm>
          <a:prstGeom prst="rect">
            <a:avLst/>
          </a:prstGeom>
          <a:noFill/>
        </p:spPr>
        <p:txBody>
          <a:bodyPr wrap="square" rtlCol="0">
            <a:spAutoFit/>
          </a:bodyPr>
          <a:lstStyle/>
          <a:p>
            <a:pPr algn="just">
              <a:lnSpc>
                <a:spcPct val="150000"/>
              </a:lnSpc>
            </a:pPr>
            <a:r>
              <a:rPr lang="es-MX" sz="1400" b="1" noProof="0" dirty="0">
                <a:solidFill>
                  <a:srgbClr val="A6802D"/>
                </a:solidFill>
                <a:effectLst/>
                <a:latin typeface="Noto Sans" panose="020B0502040504020204" pitchFamily="34" charset="0"/>
                <a:ea typeface="Noto Sans" panose="020B0502040504020204" pitchFamily="34" charset="0"/>
                <a:cs typeface="Noto Sans" panose="020B0502040504020204" pitchFamily="34" charset="0"/>
              </a:rPr>
              <a:t>Formas de organización social </a:t>
            </a:r>
            <a:r>
              <a:rPr lang="es-MX" sz="1400" noProof="0" dirty="0">
                <a:effectLst/>
                <a:latin typeface="Noto Sans" panose="020B0502040504020204" pitchFamily="34" charset="0"/>
                <a:ea typeface="Noto Sans" panose="020B0502040504020204" pitchFamily="34" charset="0"/>
                <a:cs typeface="Noto Sans" panose="020B0502040504020204" pitchFamily="34" charset="0"/>
              </a:rPr>
              <a:t>constituidas por las personas </a:t>
            </a:r>
            <a:r>
              <a:rPr lang="es-MX" sz="1400" b="1" noProof="0" dirty="0">
                <a:solidFill>
                  <a:srgbClr val="A6802D"/>
                </a:solidFill>
                <a:effectLst/>
                <a:latin typeface="Noto Sans" panose="020B0502040504020204" pitchFamily="34" charset="0"/>
                <a:ea typeface="Noto Sans" panose="020B0502040504020204" pitchFamily="34" charset="0"/>
                <a:cs typeface="Noto Sans" panose="020B0502040504020204" pitchFamily="34" charset="0"/>
              </a:rPr>
              <a:t>beneficiarias indirectas</a:t>
            </a:r>
            <a:r>
              <a:rPr lang="es-MX" sz="1400" noProof="0" dirty="0">
                <a:solidFill>
                  <a:srgbClr val="A6802D"/>
                </a:solidFill>
                <a:effectLst/>
                <a:latin typeface="Noto Sans" panose="020B0502040504020204" pitchFamily="34" charset="0"/>
                <a:ea typeface="Noto Sans" panose="020B0502040504020204" pitchFamily="34" charset="0"/>
                <a:cs typeface="Noto Sans" panose="020B0502040504020204" pitchFamily="34" charset="0"/>
              </a:rPr>
              <a:t> </a:t>
            </a:r>
            <a:r>
              <a:rPr lang="es-MX" sz="1400" noProof="0" dirty="0">
                <a:effectLst/>
                <a:latin typeface="Noto Sans" panose="020B0502040504020204" pitchFamily="34" charset="0"/>
                <a:ea typeface="Noto Sans" panose="020B0502040504020204" pitchFamily="34" charset="0"/>
                <a:cs typeface="Noto Sans" panose="020B0502040504020204" pitchFamily="34" charset="0"/>
              </a:rPr>
              <a:t>del Pp U006 a cargo de la Secretaría de Educación Pública, cuya finalidad es el </a:t>
            </a:r>
            <a:r>
              <a:rPr lang="es-MX" sz="1400" b="1" noProof="0" dirty="0">
                <a:solidFill>
                  <a:srgbClr val="A6802D"/>
                </a:solidFill>
                <a:effectLst/>
                <a:latin typeface="Noto Sans" panose="020B0502040504020204" pitchFamily="34" charset="0"/>
                <a:ea typeface="Noto Sans" panose="020B0502040504020204" pitchFamily="34" charset="0"/>
                <a:cs typeface="Noto Sans" panose="020B0502040504020204" pitchFamily="34" charset="0"/>
              </a:rPr>
              <a:t>seguimiento, supervisión y vigilancia</a:t>
            </a:r>
            <a:r>
              <a:rPr lang="es-MX" sz="1400" noProof="0" dirty="0">
                <a:effectLst/>
                <a:latin typeface="Noto Sans" panose="020B0502040504020204" pitchFamily="34" charset="0"/>
                <a:ea typeface="Noto Sans" panose="020B0502040504020204" pitchFamily="34" charset="0"/>
                <a:cs typeface="Noto Sans" panose="020B0502040504020204" pitchFamily="34" charset="0"/>
              </a:rPr>
              <a:t> de la ejecución del programa, cumplimiento de las metas y acciones comprometidas en éstos, y la correcta aplicación de los recursos asignados a los mismos.</a:t>
            </a:r>
          </a:p>
          <a:p>
            <a:endParaRPr lang="es-MX" noProof="0" dirty="0"/>
          </a:p>
        </p:txBody>
      </p:sp>
      <p:sp>
        <p:nvSpPr>
          <p:cNvPr id="9" name="Google Shape;129;p8">
            <a:extLst>
              <a:ext uri="{FF2B5EF4-FFF2-40B4-BE49-F238E27FC236}">
                <a16:creationId xmlns:a16="http://schemas.microsoft.com/office/drawing/2014/main" id="{05893A96-63D5-876D-F27B-8C8DB7438E1F}"/>
              </a:ext>
            </a:extLst>
          </p:cNvPr>
          <p:cNvSpPr txBox="1"/>
          <p:nvPr/>
        </p:nvSpPr>
        <p:spPr>
          <a:xfrm>
            <a:off x="6598298" y="1123395"/>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¿Cómo se integran?</a:t>
            </a:r>
            <a:endParaRPr lang="es-MX" sz="2000" noProof="0" dirty="0">
              <a:solidFill>
                <a:srgbClr val="B7903D"/>
              </a:solidFill>
              <a:latin typeface="Calibri"/>
              <a:ea typeface="Calibri"/>
              <a:cs typeface="Calibri"/>
              <a:sym typeface="Calibri"/>
            </a:endParaRPr>
          </a:p>
        </p:txBody>
      </p:sp>
      <p:sp>
        <p:nvSpPr>
          <p:cNvPr id="10" name="CuadroTexto 9">
            <a:extLst>
              <a:ext uri="{FF2B5EF4-FFF2-40B4-BE49-F238E27FC236}">
                <a16:creationId xmlns:a16="http://schemas.microsoft.com/office/drawing/2014/main" id="{E2EC0FA3-721E-0DBC-9EC6-03A2A3C8EEE3}"/>
              </a:ext>
            </a:extLst>
          </p:cNvPr>
          <p:cNvSpPr txBox="1"/>
          <p:nvPr/>
        </p:nvSpPr>
        <p:spPr>
          <a:xfrm>
            <a:off x="6338454" y="1571698"/>
            <a:ext cx="5541887" cy="2966389"/>
          </a:xfrm>
          <a:prstGeom prst="rect">
            <a:avLst/>
          </a:prstGeom>
          <a:noFill/>
        </p:spPr>
        <p:txBody>
          <a:bodyPr wrap="square" rtlCol="0">
            <a:spAutoFit/>
          </a:bodyPr>
          <a:lstStyle/>
          <a:p>
            <a:pPr>
              <a:lnSpc>
                <a:spcPct val="150000"/>
              </a:lnSpc>
            </a:pPr>
            <a:r>
              <a:rPr lang="es-MX" noProof="0" dirty="0">
                <a:latin typeface="Noto Sans" panose="020B0502040504020204" pitchFamily="34" charset="0"/>
                <a:ea typeface="Noto Sans" panose="020B0502040504020204" pitchFamily="34" charset="0"/>
                <a:cs typeface="Noto Sans" panose="020B0502040504020204" pitchFamily="34" charset="0"/>
              </a:rPr>
              <a:t>Se conformarán por los </a:t>
            </a:r>
            <a:r>
              <a:rPr lang="es-MX"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beneficiarios indirectos </a:t>
            </a:r>
            <a:r>
              <a:rPr lang="es-MX" noProof="0" dirty="0">
                <a:latin typeface="Noto Sans" panose="020B0502040504020204" pitchFamily="34" charset="0"/>
                <a:ea typeface="Noto Sans" panose="020B0502040504020204" pitchFamily="34" charset="0"/>
                <a:cs typeface="Noto Sans" panose="020B0502040504020204" pitchFamily="34" charset="0"/>
              </a:rPr>
              <a:t>del Programa</a:t>
            </a:r>
          </a:p>
          <a:p>
            <a:pPr>
              <a:lnSpc>
                <a:spcPct val="150000"/>
              </a:lnSpc>
            </a:pPr>
            <a:endParaRPr lang="es-MX" noProof="0" dirty="0">
              <a:latin typeface="Noto Sans" panose="020B0502040504020204" pitchFamily="34" charset="0"/>
              <a:ea typeface="Noto Sans" panose="020B0502040504020204" pitchFamily="34" charset="0"/>
              <a:cs typeface="Noto Sans" panose="020B0502040504020204" pitchFamily="34" charset="0"/>
            </a:endParaRPr>
          </a:p>
          <a:p>
            <a:pPr algn="just">
              <a:lnSpc>
                <a:spcPct val="150000"/>
              </a:lnSpc>
            </a:pPr>
            <a:r>
              <a:rPr lang="es-MX" noProof="0" dirty="0">
                <a:latin typeface="Noto Sans" panose="020B0502040504020204" pitchFamily="34" charset="0"/>
                <a:ea typeface="Noto Sans" panose="020B0502040504020204" pitchFamily="34" charset="0"/>
                <a:cs typeface="Noto Sans" panose="020B0502040504020204" pitchFamily="34" charset="0"/>
              </a:rPr>
              <a:t>Deberá estar integrado por </a:t>
            </a:r>
            <a:r>
              <a:rPr lang="es-MX"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al menos un integrante </a:t>
            </a:r>
            <a:r>
              <a:rPr lang="es-MX" noProof="0" dirty="0">
                <a:latin typeface="Noto Sans" panose="020B0502040504020204" pitchFamily="34" charset="0"/>
                <a:ea typeface="Noto Sans" panose="020B0502040504020204" pitchFamily="34" charset="0"/>
                <a:cs typeface="Noto Sans" panose="020B0502040504020204" pitchFamily="34" charset="0"/>
              </a:rPr>
              <a:t>de cada Organismo Descentralizado Estatal, Servicio Educativo Coordinado o Autoridad Estatal encargada de operar los Telebachilleratos Comunitarios beneficiarios por el Programa.</a:t>
            </a:r>
          </a:p>
          <a:p>
            <a:pPr>
              <a:lnSpc>
                <a:spcPct val="150000"/>
              </a:lnSpc>
            </a:pPr>
            <a:endParaRPr lang="es-MX" noProof="0" dirty="0">
              <a:latin typeface="Noto Sans" panose="020B0502040504020204" pitchFamily="34" charset="0"/>
              <a:ea typeface="Noto Sans" panose="020B0502040504020204" pitchFamily="34" charset="0"/>
              <a:cs typeface="Noto Sans" panose="020B0502040504020204" pitchFamily="34" charset="0"/>
            </a:endParaRPr>
          </a:p>
          <a:p>
            <a:pPr algn="just">
              <a:lnSpc>
                <a:spcPct val="150000"/>
              </a:lnSpc>
            </a:pPr>
            <a:r>
              <a:rPr lang="es-MX" b="1" noProof="0" dirty="0">
                <a:solidFill>
                  <a:srgbClr val="A6802D"/>
                </a:solidFill>
                <a:latin typeface="Noto Sans" panose="020B0502040504020204" pitchFamily="34" charset="0"/>
                <a:ea typeface="Noto Sans" panose="020B0502040504020204" pitchFamily="34" charset="0"/>
                <a:cs typeface="Noto Sans" panose="020B0502040504020204" pitchFamily="34" charset="0"/>
              </a:rPr>
              <a:t>Promoverá la equidad de género</a:t>
            </a:r>
            <a:r>
              <a:rPr lang="es-MX" noProof="0" dirty="0">
                <a:latin typeface="Noto Sans" panose="020B0502040504020204" pitchFamily="34" charset="0"/>
                <a:ea typeface="Noto Sans" panose="020B0502040504020204" pitchFamily="34" charset="0"/>
                <a:cs typeface="Noto Sans" panose="020B0502040504020204" pitchFamily="34" charset="0"/>
              </a:rPr>
              <a:t>, por lo que estará conformado por el mismo número de hombres y mujeres.</a:t>
            </a:r>
          </a:p>
        </p:txBody>
      </p:sp>
      <p:pic>
        <p:nvPicPr>
          <p:cNvPr id="11" name="Imagen 10">
            <a:extLst>
              <a:ext uri="{FF2B5EF4-FFF2-40B4-BE49-F238E27FC236}">
                <a16:creationId xmlns:a16="http://schemas.microsoft.com/office/drawing/2014/main" id="{82FBE1BE-9133-369F-5C72-5B80B87A1DB8}"/>
              </a:ext>
            </a:extLst>
          </p:cNvPr>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549521" y="3935422"/>
            <a:ext cx="2767585" cy="21727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65899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4DC99E1-92FC-9DEE-DAF9-179C57B988A3}"/>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9;p8">
            <a:extLst>
              <a:ext uri="{FF2B5EF4-FFF2-40B4-BE49-F238E27FC236}">
                <a16:creationId xmlns:a16="http://schemas.microsoft.com/office/drawing/2014/main" id="{0F950788-36C3-9CC0-5EF3-1884AA6F06EC}"/>
              </a:ext>
            </a:extLst>
          </p:cNvPr>
          <p:cNvSpPr txBox="1"/>
          <p:nvPr/>
        </p:nvSpPr>
        <p:spPr>
          <a:xfrm>
            <a:off x="352154" y="1113490"/>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Requisitos</a:t>
            </a:r>
            <a:endParaRPr lang="es-MX" sz="2000" noProof="0" dirty="0">
              <a:solidFill>
                <a:srgbClr val="B7903D"/>
              </a:solidFill>
              <a:latin typeface="Calibri"/>
              <a:ea typeface="Calibri"/>
              <a:cs typeface="Calibri"/>
              <a:sym typeface="Calibri"/>
            </a:endParaRPr>
          </a:p>
        </p:txBody>
      </p:sp>
      <p:sp>
        <p:nvSpPr>
          <p:cNvPr id="4" name="CuadroTexto 3">
            <a:extLst>
              <a:ext uri="{FF2B5EF4-FFF2-40B4-BE49-F238E27FC236}">
                <a16:creationId xmlns:a16="http://schemas.microsoft.com/office/drawing/2014/main" id="{C161EC58-B1F3-8571-4143-9E1DB7071623}"/>
              </a:ext>
            </a:extLst>
          </p:cNvPr>
          <p:cNvSpPr txBox="1"/>
          <p:nvPr/>
        </p:nvSpPr>
        <p:spPr>
          <a:xfrm>
            <a:off x="134984" y="1799309"/>
            <a:ext cx="5701934" cy="3289555"/>
          </a:xfrm>
          <a:prstGeom prst="rect">
            <a:avLst/>
          </a:prstGeom>
          <a:noFill/>
        </p:spPr>
        <p:txBody>
          <a:bodyPr wrap="square" rtlCol="0">
            <a:spAutoFit/>
          </a:bodyPr>
          <a:lstStyle/>
          <a:p>
            <a:pPr marL="342900" indent="-342900" algn="just">
              <a:lnSpc>
                <a:spcPct val="150000"/>
              </a:lnSpc>
              <a:buAutoNum type="arabicPeriod"/>
            </a:pPr>
            <a:r>
              <a:rPr lang="es-MX" noProof="0" dirty="0">
                <a:latin typeface="Noto Sans" panose="020B0502040504020204" pitchFamily="34" charset="0"/>
                <a:ea typeface="Noto Sans" panose="020B0502040504020204" pitchFamily="34" charset="0"/>
                <a:cs typeface="Noto Sans" panose="020B0502040504020204" pitchFamily="34" charset="0"/>
              </a:rPr>
              <a:t>Ser mayor de edad.</a:t>
            </a:r>
          </a:p>
          <a:p>
            <a:pPr marL="342900" indent="-342900" algn="just">
              <a:lnSpc>
                <a:spcPct val="150000"/>
              </a:lnSpc>
              <a:buAutoNum type="arabicPeriod"/>
            </a:pPr>
            <a:r>
              <a:rPr lang="es-MX" noProof="0" dirty="0">
                <a:latin typeface="Noto Sans" panose="020B0502040504020204" pitchFamily="34" charset="0"/>
                <a:ea typeface="Noto Sans" panose="020B0502040504020204" pitchFamily="34" charset="0"/>
                <a:cs typeface="Noto Sans" panose="020B0502040504020204" pitchFamily="34" charset="0"/>
              </a:rPr>
              <a:t>Tener una relación laboral con los Organismo Descentralizados Estatales, Servicios Educativos Coordinados o Autoridades Estatales encargadas de operar los Telebachilleratos Comunitarios beneficiados por el Programa en la Entidad Federativa.</a:t>
            </a:r>
          </a:p>
          <a:p>
            <a:pPr marL="342900" indent="-342900" algn="just">
              <a:lnSpc>
                <a:spcPct val="150000"/>
              </a:lnSpc>
              <a:buAutoNum type="arabicPeriod"/>
            </a:pPr>
            <a:r>
              <a:rPr lang="es-MX" noProof="0" dirty="0">
                <a:latin typeface="Noto Sans" panose="020B0502040504020204" pitchFamily="34" charset="0"/>
                <a:ea typeface="Noto Sans" panose="020B0502040504020204" pitchFamily="34" charset="0"/>
                <a:cs typeface="Noto Sans" panose="020B0502040504020204" pitchFamily="34" charset="0"/>
              </a:rPr>
              <a:t>Conocer cómo opera el Programa.</a:t>
            </a:r>
          </a:p>
          <a:p>
            <a:pPr marL="342900" indent="-342900" algn="just">
              <a:lnSpc>
                <a:spcPct val="150000"/>
              </a:lnSpc>
              <a:buAutoNum type="arabicPeriod"/>
            </a:pPr>
            <a:r>
              <a:rPr lang="es-MX" noProof="0" dirty="0">
                <a:latin typeface="Noto Sans" panose="020B0502040504020204" pitchFamily="34" charset="0"/>
                <a:ea typeface="Noto Sans" panose="020B0502040504020204" pitchFamily="34" charset="0"/>
                <a:cs typeface="Noto Sans" panose="020B0502040504020204" pitchFamily="34" charset="0"/>
              </a:rPr>
              <a:t>Decidir libremente ser parte del Comité de Contraloría Social.</a:t>
            </a:r>
          </a:p>
          <a:p>
            <a:pPr algn="ctr">
              <a:lnSpc>
                <a:spcPct val="150000"/>
              </a:lnSpc>
            </a:pPr>
            <a:endParaRPr lang="es-MX" b="1" noProof="0" dirty="0">
              <a:latin typeface="Noto Sans" panose="020B0502040504020204" pitchFamily="34" charset="0"/>
              <a:ea typeface="Noto Sans" panose="020B0502040504020204" pitchFamily="34" charset="0"/>
              <a:cs typeface="Noto Sans" panose="020B0502040504020204" pitchFamily="34" charset="0"/>
            </a:endParaRPr>
          </a:p>
          <a:p>
            <a:pPr algn="ctr">
              <a:lnSpc>
                <a:spcPct val="150000"/>
              </a:lnSpc>
            </a:pPr>
            <a:r>
              <a:rPr lang="es-MX" b="1" noProof="0" dirty="0">
                <a:latin typeface="Noto Sans" panose="020B0502040504020204" pitchFamily="34" charset="0"/>
                <a:ea typeface="Noto Sans" panose="020B0502040504020204" pitchFamily="34" charset="0"/>
                <a:cs typeface="Noto Sans" panose="020B0502040504020204" pitchFamily="34" charset="0"/>
              </a:rPr>
              <a:t>Promoverá la equidad de género</a:t>
            </a:r>
          </a:p>
        </p:txBody>
      </p:sp>
      <p:sp>
        <p:nvSpPr>
          <p:cNvPr id="5" name="Google Shape;129;p8">
            <a:extLst>
              <a:ext uri="{FF2B5EF4-FFF2-40B4-BE49-F238E27FC236}">
                <a16:creationId xmlns:a16="http://schemas.microsoft.com/office/drawing/2014/main" id="{82824AEA-147D-FA40-67EB-F27DBE74B4C2}"/>
              </a:ext>
            </a:extLst>
          </p:cNvPr>
          <p:cNvSpPr txBox="1"/>
          <p:nvPr/>
        </p:nvSpPr>
        <p:spPr>
          <a:xfrm>
            <a:off x="6096000" y="1113490"/>
            <a:ext cx="5186032"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Constitución y registro de los Comités</a:t>
            </a:r>
            <a:endParaRPr lang="es-MX" sz="2000" noProof="0" dirty="0">
              <a:solidFill>
                <a:srgbClr val="B7903D"/>
              </a:solidFill>
              <a:latin typeface="Calibri"/>
              <a:ea typeface="Calibri"/>
              <a:cs typeface="Calibri"/>
              <a:sym typeface="Calibri"/>
            </a:endParaRPr>
          </a:p>
        </p:txBody>
      </p:sp>
      <p:sp>
        <p:nvSpPr>
          <p:cNvPr id="7" name="CuadroTexto 6">
            <a:extLst>
              <a:ext uri="{FF2B5EF4-FFF2-40B4-BE49-F238E27FC236}">
                <a16:creationId xmlns:a16="http://schemas.microsoft.com/office/drawing/2014/main" id="{0F81F96C-71B9-C41E-CBC6-458D6D6DD4ED}"/>
              </a:ext>
            </a:extLst>
          </p:cNvPr>
          <p:cNvSpPr txBox="1"/>
          <p:nvPr/>
        </p:nvSpPr>
        <p:spPr>
          <a:xfrm>
            <a:off x="6096000" y="1627202"/>
            <a:ext cx="5701934" cy="4899868"/>
          </a:xfrm>
          <a:prstGeom prst="rect">
            <a:avLst/>
          </a:prstGeom>
          <a:noFill/>
        </p:spPr>
        <p:txBody>
          <a:bodyPr wrap="square" rtlCol="0">
            <a:spAutoFit/>
          </a:bodyPr>
          <a:lstStyle/>
          <a:p>
            <a:pPr algn="just">
              <a:lnSpc>
                <a:spcPct val="150000"/>
              </a:lnSpc>
            </a:pPr>
            <a:r>
              <a:rPr lang="es-MX" sz="1400" noProof="0" dirty="0"/>
              <a:t>Un vez aprobada la información necesaria conforme a lo dispuesto en la documentación normativa de Contraloría Social del Programa, la DSPPyODES, por conducto de los Enlaces Estatales, expedirá la Constancia de Registro del Comité (Anexo 1.1), que señalará el nombre del comité, </a:t>
            </a:r>
            <a:r>
              <a:rPr lang="es-MX" sz="1400" b="1" noProof="0" dirty="0">
                <a:solidFill>
                  <a:srgbClr val="A6802D"/>
                </a:solidFill>
              </a:rPr>
              <a:t>la clave del comité asignada por la Instancia Normativa</a:t>
            </a:r>
            <a:r>
              <a:rPr lang="es-MX" sz="1400" noProof="0" dirty="0"/>
              <a:t>, el nombre de los integrantes, el organismo al que pertenecen, la firma autógrafa y los datos personales del Enlace Estatal.</a:t>
            </a:r>
          </a:p>
          <a:p>
            <a:pPr algn="just">
              <a:lnSpc>
                <a:spcPct val="150000"/>
              </a:lnSpc>
            </a:pPr>
            <a:endParaRPr lang="es-MX" sz="1400" noProof="0" dirty="0"/>
          </a:p>
          <a:p>
            <a:pPr algn="just">
              <a:lnSpc>
                <a:spcPct val="150000"/>
              </a:lnSpc>
            </a:pPr>
            <a:r>
              <a:rPr lang="es-MX" noProof="0" dirty="0"/>
              <a:t>La estructura de la clave del Comité será la siguiente:</a:t>
            </a:r>
          </a:p>
          <a:p>
            <a:pPr algn="just">
              <a:lnSpc>
                <a:spcPct val="150000"/>
              </a:lnSpc>
            </a:pPr>
            <a:r>
              <a:rPr lang="es-MX" sz="1400" b="1" noProof="0" dirty="0">
                <a:solidFill>
                  <a:srgbClr val="A6802D"/>
                </a:solidFill>
              </a:rPr>
              <a:t>2025 </a:t>
            </a:r>
            <a:r>
              <a:rPr lang="es-MX" b="1" noProof="0" dirty="0">
                <a:solidFill>
                  <a:srgbClr val="A6802D"/>
                </a:solidFill>
              </a:rPr>
              <a:t>- S</a:t>
            </a:r>
            <a:r>
              <a:rPr lang="es-MX" sz="1400" b="1" noProof="0" dirty="0">
                <a:solidFill>
                  <a:srgbClr val="A6802D"/>
                </a:solidFill>
              </a:rPr>
              <a:t>EMS - PP U006 </a:t>
            </a:r>
            <a:r>
              <a:rPr lang="es-MX" b="1" noProof="0" dirty="0">
                <a:solidFill>
                  <a:srgbClr val="A6802D"/>
                </a:solidFill>
              </a:rPr>
              <a:t>- CS – CLAVE ENTIDAD FEDERATIVA </a:t>
            </a:r>
            <a:r>
              <a:rPr lang="es-MX" noProof="0" dirty="0"/>
              <a:t>(del 01 al 32, según corresponda la entidad federativa) </a:t>
            </a:r>
            <a:r>
              <a:rPr lang="es-MX" b="1" noProof="0" dirty="0">
                <a:solidFill>
                  <a:srgbClr val="A6802D"/>
                </a:solidFill>
              </a:rPr>
              <a:t>- 01 – ÚNICO.</a:t>
            </a:r>
          </a:p>
          <a:p>
            <a:pPr algn="just">
              <a:lnSpc>
                <a:spcPct val="150000"/>
              </a:lnSpc>
            </a:pPr>
            <a:endParaRPr lang="es-MX" sz="1400" noProof="0" dirty="0"/>
          </a:p>
          <a:p>
            <a:pPr algn="just">
              <a:lnSpc>
                <a:spcPct val="150000"/>
              </a:lnSpc>
            </a:pPr>
            <a:r>
              <a:rPr lang="es-MX" sz="1400" noProof="0" dirty="0"/>
              <a:t>Ejemplo:</a:t>
            </a:r>
          </a:p>
          <a:p>
            <a:pPr algn="just">
              <a:lnSpc>
                <a:spcPct val="150000"/>
              </a:lnSpc>
            </a:pPr>
            <a:r>
              <a:rPr lang="es-MX" noProof="0" dirty="0"/>
              <a:t>2025 – SEMS – PP U006 – CS – 09 – 01 – ÚNICO</a:t>
            </a:r>
            <a:endParaRPr lang="es-MX" sz="1400" noProof="0" dirty="0"/>
          </a:p>
        </p:txBody>
      </p:sp>
    </p:spTree>
    <p:extLst>
      <p:ext uri="{BB962C8B-B14F-4D97-AF65-F5344CB8AC3E}">
        <p14:creationId xmlns:p14="http://schemas.microsoft.com/office/powerpoint/2010/main" val="1429209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DF55338-E410-E88B-CA1E-E28E1065A854}"/>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9;p8">
            <a:extLst>
              <a:ext uri="{FF2B5EF4-FFF2-40B4-BE49-F238E27FC236}">
                <a16:creationId xmlns:a16="http://schemas.microsoft.com/office/drawing/2014/main" id="{A274AECC-C003-2304-DACE-FFAF3AEE70CA}"/>
              </a:ext>
            </a:extLst>
          </p:cNvPr>
          <p:cNvSpPr txBox="1"/>
          <p:nvPr/>
        </p:nvSpPr>
        <p:spPr>
          <a:xfrm>
            <a:off x="375014" y="799812"/>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Funciones de los comités de contraloría social</a:t>
            </a:r>
            <a:endParaRPr lang="es-MX" sz="2000" noProof="0" dirty="0">
              <a:solidFill>
                <a:srgbClr val="B7903D"/>
              </a:solidFill>
              <a:latin typeface="Calibri"/>
              <a:ea typeface="Calibri"/>
              <a:cs typeface="Calibri"/>
              <a:sym typeface="Calibri"/>
            </a:endParaRPr>
          </a:p>
        </p:txBody>
      </p:sp>
      <p:graphicFrame>
        <p:nvGraphicFramePr>
          <p:cNvPr id="8" name="Diagrama 7">
            <a:extLst>
              <a:ext uri="{FF2B5EF4-FFF2-40B4-BE49-F238E27FC236}">
                <a16:creationId xmlns:a16="http://schemas.microsoft.com/office/drawing/2014/main" id="{4D6B1DB2-E121-B1EE-5B37-D23E71446C94}"/>
              </a:ext>
            </a:extLst>
          </p:cNvPr>
          <p:cNvGraphicFramePr/>
          <p:nvPr>
            <p:extLst>
              <p:ext uri="{D42A27DB-BD31-4B8C-83A1-F6EECF244321}">
                <p14:modId xmlns:p14="http://schemas.microsoft.com/office/powerpoint/2010/main" val="1411812970"/>
              </p:ext>
            </p:extLst>
          </p:nvPr>
        </p:nvGraphicFramePr>
        <p:xfrm>
          <a:off x="475201" y="1427825"/>
          <a:ext cx="11241597" cy="41843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9284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812A8B8-9FB7-3F59-90BC-059EB52C703B}"/>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9;p8">
            <a:extLst>
              <a:ext uri="{FF2B5EF4-FFF2-40B4-BE49-F238E27FC236}">
                <a16:creationId xmlns:a16="http://schemas.microsoft.com/office/drawing/2014/main" id="{BB939A3B-7E6D-B515-19C9-E1F0C337E9C0}"/>
              </a:ext>
            </a:extLst>
          </p:cNvPr>
          <p:cNvSpPr txBox="1"/>
          <p:nvPr/>
        </p:nvSpPr>
        <p:spPr>
          <a:xfrm>
            <a:off x="375014" y="799812"/>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Sustitución de integrantes del comité</a:t>
            </a:r>
            <a:endParaRPr lang="es-MX" sz="2000" noProof="0" dirty="0">
              <a:solidFill>
                <a:srgbClr val="B7903D"/>
              </a:solidFill>
              <a:latin typeface="Calibri"/>
              <a:ea typeface="Calibri"/>
              <a:cs typeface="Calibri"/>
              <a:sym typeface="Calibri"/>
            </a:endParaRPr>
          </a:p>
        </p:txBody>
      </p:sp>
      <p:sp>
        <p:nvSpPr>
          <p:cNvPr id="4" name="Google Shape;130;p8">
            <a:extLst>
              <a:ext uri="{FF2B5EF4-FFF2-40B4-BE49-F238E27FC236}">
                <a16:creationId xmlns:a16="http://schemas.microsoft.com/office/drawing/2014/main" id="{1F4653AF-FFD9-90E0-7516-5354BE403399}"/>
              </a:ext>
            </a:extLst>
          </p:cNvPr>
          <p:cNvSpPr txBox="1"/>
          <p:nvPr/>
        </p:nvSpPr>
        <p:spPr>
          <a:xfrm>
            <a:off x="375014" y="1552611"/>
            <a:ext cx="10854580" cy="338514"/>
          </a:xfrm>
          <a:prstGeom prst="rect">
            <a:avLst/>
          </a:prstGeom>
          <a:noFill/>
          <a:ln>
            <a:noFill/>
          </a:ln>
        </p:spPr>
        <p:txBody>
          <a:bodyPr spcFirstLastPara="1" wrap="square" lIns="91425" tIns="45700" rIns="91425" bIns="45700" anchor="t" anchorCtr="0">
            <a:spAutoFit/>
          </a:bodyPr>
          <a:lstStyle/>
          <a:p>
            <a:pPr algn="just"/>
            <a:r>
              <a:rPr lang="es-MX" sz="1600" noProof="0" dirty="0">
                <a:latin typeface="Noto Sans" panose="020B0502040504020204" pitchFamily="34" charset="0"/>
                <a:ea typeface="Noto Sans" panose="020B0502040504020204" pitchFamily="34" charset="0"/>
                <a:cs typeface="Noto Sans" panose="020B0502040504020204" pitchFamily="34" charset="0"/>
              </a:rPr>
              <a:t>La condición de integrante de un Comité se pierde por las siguientes causas:</a:t>
            </a:r>
          </a:p>
        </p:txBody>
      </p:sp>
      <p:graphicFrame>
        <p:nvGraphicFramePr>
          <p:cNvPr id="5" name="Diagrama 4">
            <a:extLst>
              <a:ext uri="{FF2B5EF4-FFF2-40B4-BE49-F238E27FC236}">
                <a16:creationId xmlns:a16="http://schemas.microsoft.com/office/drawing/2014/main" id="{9F8C9651-0397-BAD8-E2B1-C29FDCF8868A}"/>
              </a:ext>
            </a:extLst>
          </p:cNvPr>
          <p:cNvGraphicFramePr/>
          <p:nvPr>
            <p:extLst>
              <p:ext uri="{D42A27DB-BD31-4B8C-83A1-F6EECF244321}">
                <p14:modId xmlns:p14="http://schemas.microsoft.com/office/powerpoint/2010/main" val="4293562062"/>
              </p:ext>
            </p:extLst>
          </p:nvPr>
        </p:nvGraphicFramePr>
        <p:xfrm>
          <a:off x="375013" y="1817369"/>
          <a:ext cx="10854580" cy="37937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03431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976FCF16-52CC-206E-3D1F-8D712092D238}"/>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8;p8">
            <a:extLst>
              <a:ext uri="{FF2B5EF4-FFF2-40B4-BE49-F238E27FC236}">
                <a16:creationId xmlns:a16="http://schemas.microsoft.com/office/drawing/2014/main" id="{479C621F-DD11-9DF7-9A2D-8B5B6A109B73}"/>
              </a:ext>
            </a:extLst>
          </p:cNvPr>
          <p:cNvSpPr txBox="1"/>
          <p:nvPr/>
        </p:nvSpPr>
        <p:spPr>
          <a:xfrm>
            <a:off x="386445" y="79740"/>
            <a:ext cx="6097554"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1" noProof="0" dirty="0">
                <a:solidFill>
                  <a:srgbClr val="1E5B4F"/>
                </a:solidFill>
                <a:latin typeface="Noto Sans"/>
                <a:ea typeface="Noto Sans"/>
                <a:cs typeface="Noto Sans"/>
                <a:sym typeface="Noto Sans"/>
              </a:rPr>
              <a:t>Actividades de difusión, capacitación y asesoría</a:t>
            </a:r>
          </a:p>
        </p:txBody>
      </p:sp>
      <p:sp>
        <p:nvSpPr>
          <p:cNvPr id="4" name="Google Shape;129;p8">
            <a:extLst>
              <a:ext uri="{FF2B5EF4-FFF2-40B4-BE49-F238E27FC236}">
                <a16:creationId xmlns:a16="http://schemas.microsoft.com/office/drawing/2014/main" id="{64AD51A2-5FE2-44A9-CBF4-276DC8EDCDD3}"/>
              </a:ext>
            </a:extLst>
          </p:cNvPr>
          <p:cNvSpPr txBox="1"/>
          <p:nvPr/>
        </p:nvSpPr>
        <p:spPr>
          <a:xfrm>
            <a:off x="386445" y="1208374"/>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Instancia normativa</a:t>
            </a:r>
            <a:endParaRPr lang="es-MX" sz="2000" noProof="0" dirty="0">
              <a:solidFill>
                <a:srgbClr val="B7903D"/>
              </a:solidFill>
              <a:latin typeface="Calibri"/>
              <a:ea typeface="Calibri"/>
              <a:cs typeface="Calibri"/>
              <a:sym typeface="Calibri"/>
            </a:endParaRPr>
          </a:p>
        </p:txBody>
      </p:sp>
      <p:sp>
        <p:nvSpPr>
          <p:cNvPr id="6" name="CuadroTexto 5">
            <a:extLst>
              <a:ext uri="{FF2B5EF4-FFF2-40B4-BE49-F238E27FC236}">
                <a16:creationId xmlns:a16="http://schemas.microsoft.com/office/drawing/2014/main" id="{F7DA64EF-48C0-F367-D21E-D78824B45FAE}"/>
              </a:ext>
            </a:extLst>
          </p:cNvPr>
          <p:cNvSpPr txBox="1"/>
          <p:nvPr/>
        </p:nvSpPr>
        <p:spPr>
          <a:xfrm>
            <a:off x="386445" y="1906121"/>
            <a:ext cx="11431482" cy="3508653"/>
          </a:xfrm>
          <a:prstGeom prst="rect">
            <a:avLst/>
          </a:prstGeom>
          <a:noFill/>
        </p:spPr>
        <p:txBody>
          <a:bodyPr wrap="square">
            <a:spAutoFit/>
          </a:bodyPr>
          <a:lstStyle/>
          <a:p>
            <a:pPr marL="342900" indent="-342900" algn="just">
              <a:buFont typeface="Arial" panose="020B0604020202020204" pitchFamily="34" charset="0"/>
              <a:buChar char="•"/>
            </a:pPr>
            <a:r>
              <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rPr>
              <a:t>Elaboración del material de difusión (carteles, folletos e infografías).</a:t>
            </a:r>
          </a:p>
          <a:p>
            <a:pPr marL="342900" indent="-342900" algn="just">
              <a:buFont typeface="Arial" panose="020B0604020202020204" pitchFamily="34" charset="0"/>
              <a:buChar char="•"/>
            </a:pPr>
            <a:endPar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rPr>
              <a:t>Publicación del material de difusión a través de la página electrónica oficial de la SEMS.</a:t>
            </a:r>
          </a:p>
          <a:p>
            <a:pPr algn="just"/>
            <a:endPar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rPr>
              <a:t>Distribución del material de difusión al correo electrónico designado por los Enlaces Estatales.</a:t>
            </a:r>
          </a:p>
          <a:p>
            <a:pPr algn="just"/>
            <a:endPar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endParaRPr>
          </a:p>
          <a:p>
            <a:pPr marL="342900" indent="-342900">
              <a:buFont typeface="Arial" panose="020B0604020202020204" pitchFamily="34" charset="0"/>
              <a:buChar char="•"/>
            </a:pPr>
            <a:r>
              <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rPr>
              <a:t>Los Enlaces Estatales, con previa autorización de la DSPPyODES, podrán elaborar material de difusión, el cual deberá ser registrado en el SICS por los responsables.</a:t>
            </a:r>
          </a:p>
          <a:p>
            <a:pPr algn="ctr"/>
            <a:endPar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rPr>
              <a:t>La DSPPyODES proporcionará capacitación y asesoría a los Enlaces Estatales de manera virtual.</a:t>
            </a:r>
          </a:p>
          <a:p>
            <a:pPr marL="342900" indent="-342900" algn="just">
              <a:buFont typeface="Arial" panose="020B0604020202020204" pitchFamily="34" charset="0"/>
              <a:buChar char="•"/>
            </a:pPr>
            <a:endPar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600" dirty="0">
                <a:solidFill>
                  <a:srgbClr val="404040"/>
                </a:solidFill>
                <a:latin typeface="Noto Sans" panose="020B0502040504020204" pitchFamily="34" charset="0"/>
                <a:ea typeface="Noto Sans" panose="020B0502040504020204" pitchFamily="34" charset="0"/>
                <a:cs typeface="Noto Sans" panose="020B0502040504020204" pitchFamily="34" charset="0"/>
              </a:rPr>
              <a:t>Para la impartición de asesorías, los Enlaces Estatales solicitarán a la DSPPyODES, vía correo electrónico (contraloriasocialu006@sems.gob.mx), las sesiones que requieran para realizar las actividades de CS.</a:t>
            </a:r>
          </a:p>
          <a:p>
            <a:pPr marL="342900" indent="-342900" algn="just">
              <a:buFont typeface="Arial" panose="020B0604020202020204" pitchFamily="34" charset="0"/>
              <a:buChar char="•"/>
            </a:pPr>
            <a:endParaRPr lang="es-MX" dirty="0">
              <a:solidFill>
                <a:srgbClr val="404040"/>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253851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E7B4B-0A37-E151-EB6E-BCDAD11A376B}"/>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028F8391-F5BE-A24C-7F32-31CF7A4C58F2}"/>
              </a:ext>
            </a:extLst>
          </p:cNvPr>
          <p:cNvPicPr>
            <a:picLocks noChangeAspect="1"/>
          </p:cNvPicPr>
          <p:nvPr/>
        </p:nvPicPr>
        <p:blipFill>
          <a:blip r:embed="rId2"/>
          <a:stretch>
            <a:fillRect/>
          </a:stretch>
        </p:blipFill>
        <p:spPr>
          <a:xfrm>
            <a:off x="8564275" y="267014"/>
            <a:ext cx="3389729" cy="732833"/>
          </a:xfrm>
          <a:prstGeom prst="rect">
            <a:avLst/>
          </a:prstGeom>
        </p:spPr>
      </p:pic>
      <p:sp>
        <p:nvSpPr>
          <p:cNvPr id="3" name="Google Shape;129;p8">
            <a:extLst>
              <a:ext uri="{FF2B5EF4-FFF2-40B4-BE49-F238E27FC236}">
                <a16:creationId xmlns:a16="http://schemas.microsoft.com/office/drawing/2014/main" id="{6DD136B1-32D4-E36F-AC8A-261E0B7A6D02}"/>
              </a:ext>
            </a:extLst>
          </p:cNvPr>
          <p:cNvSpPr txBox="1"/>
          <p:nvPr/>
        </p:nvSpPr>
        <p:spPr>
          <a:xfrm>
            <a:off x="386445" y="264405"/>
            <a:ext cx="6097554" cy="400069"/>
          </a:xfrm>
          <a:prstGeom prst="rect">
            <a:avLst/>
          </a:prstGeom>
          <a:noFill/>
          <a:ln>
            <a:noFill/>
          </a:ln>
        </p:spPr>
        <p:txBody>
          <a:bodyPr spcFirstLastPara="1" wrap="square" lIns="91425" tIns="45700" rIns="91425" bIns="45700" anchor="t" anchorCtr="0">
            <a:spAutoFit/>
          </a:bodyPr>
          <a:lstStyle/>
          <a:p>
            <a:r>
              <a:rPr lang="es-MX" sz="2000" b="1" noProof="0" dirty="0">
                <a:solidFill>
                  <a:srgbClr val="B7903D"/>
                </a:solidFill>
                <a:latin typeface="Noto Sans"/>
                <a:ea typeface="Noto Sans"/>
                <a:cs typeface="Noto Sans"/>
                <a:sym typeface="Noto Sans"/>
              </a:rPr>
              <a:t>Instancia ejecutora (Enlaces estatales)</a:t>
            </a:r>
            <a:endParaRPr lang="es-MX" sz="2000" noProof="0" dirty="0">
              <a:solidFill>
                <a:srgbClr val="B7903D"/>
              </a:solidFill>
              <a:latin typeface="Calibri"/>
              <a:ea typeface="Calibri"/>
              <a:cs typeface="Calibri"/>
              <a:sym typeface="Calibri"/>
            </a:endParaRPr>
          </a:p>
        </p:txBody>
      </p:sp>
      <p:sp>
        <p:nvSpPr>
          <p:cNvPr id="4" name="CuadroTexto 3">
            <a:extLst>
              <a:ext uri="{FF2B5EF4-FFF2-40B4-BE49-F238E27FC236}">
                <a16:creationId xmlns:a16="http://schemas.microsoft.com/office/drawing/2014/main" id="{480F7AC7-25AE-16B7-47C7-093D53A3E453}"/>
              </a:ext>
            </a:extLst>
          </p:cNvPr>
          <p:cNvSpPr txBox="1"/>
          <p:nvPr/>
        </p:nvSpPr>
        <p:spPr>
          <a:xfrm>
            <a:off x="178620" y="1052404"/>
            <a:ext cx="11775384" cy="4247317"/>
          </a:xfrm>
          <a:prstGeom prst="rect">
            <a:avLst/>
          </a:prstGeom>
          <a:noFill/>
        </p:spPr>
        <p:txBody>
          <a:bodyPr wrap="square">
            <a:spAutoFit/>
          </a:bodyPr>
          <a:lstStyle/>
          <a:p>
            <a:pPr marL="342900" indent="-342900" algn="just">
              <a:buFont typeface="Arial" panose="020B0604020202020204" pitchFamily="34" charset="0"/>
              <a:buChar char="•"/>
            </a:pPr>
            <a:r>
              <a:rPr lang="es-MX" sz="1500" dirty="0">
                <a:solidFill>
                  <a:srgbClr val="404040"/>
                </a:solidFill>
                <a:latin typeface="Noto Sans" panose="020B0502040504020204" pitchFamily="34" charset="0"/>
                <a:ea typeface="Noto Sans" panose="020B0502040504020204" pitchFamily="34" charset="0"/>
                <a:cs typeface="Noto Sans" panose="020B0502040504020204" pitchFamily="34" charset="0"/>
              </a:rPr>
              <a:t>Los Enlaces Estatales una vez capacitados, deberán proporcionar a su vez la capacitación y asesoría a los comités.</a:t>
            </a:r>
          </a:p>
          <a:p>
            <a:pPr marL="342900" indent="-342900" algn="just">
              <a:buFont typeface="Arial" panose="020B0604020202020204" pitchFamily="34" charset="0"/>
              <a:buChar char="•"/>
            </a:pPr>
            <a:endParaRPr lang="es-MX" sz="1500" dirty="0">
              <a:solidFill>
                <a:srgbClr val="404040"/>
              </a:solidFill>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500" dirty="0">
                <a:solidFill>
                  <a:srgbClr val="404040"/>
                </a:solidFill>
                <a:latin typeface="Noto Sans" panose="020B0502040504020204" pitchFamily="34" charset="0"/>
                <a:ea typeface="Noto Sans" panose="020B0502040504020204" pitchFamily="34" charset="0"/>
                <a:cs typeface="Noto Sans" panose="020B0502040504020204" pitchFamily="34" charset="0"/>
              </a:rPr>
              <a:t>Los Comités de CS, a través de escrito libre o vía correo electrónico, podrán solicitar de los Enlaces Estatales, las asesorías que requieran para realizar las actividades de promoción de CS.</a:t>
            </a:r>
          </a:p>
          <a:p>
            <a:pPr marL="342900" indent="-342900" algn="just">
              <a:buFont typeface="Arial" panose="020B0604020202020204" pitchFamily="34" charset="0"/>
              <a:buChar char="•"/>
            </a:pPr>
            <a:endParaRPr lang="es-MX" sz="1500" dirty="0">
              <a:solidFill>
                <a:srgbClr val="404040"/>
              </a:solidFill>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500" dirty="0">
                <a:solidFill>
                  <a:srgbClr val="404040"/>
                </a:solidFill>
                <a:latin typeface="Noto Sans" panose="020B0502040504020204" pitchFamily="34" charset="0"/>
                <a:ea typeface="Noto Sans" panose="020B0502040504020204" pitchFamily="34" charset="0"/>
                <a:cs typeface="Noto Sans" panose="020B0502040504020204" pitchFamily="34" charset="0"/>
              </a:rPr>
              <a:t>Los Enlaces Estatales podrán elaborar material de capacitación con base en los criterios previstos por la DSPPyODES, y </a:t>
            </a:r>
            <a:r>
              <a:rPr lang="es-MX" sz="1500" dirty="0">
                <a:latin typeface="Noto Sans" panose="020B0502040504020204" pitchFamily="34" charset="0"/>
                <a:ea typeface="Noto Sans" panose="020B0502040504020204" pitchFamily="34" charset="0"/>
                <a:cs typeface="Noto Sans" panose="020B0502040504020204" pitchFamily="34" charset="0"/>
              </a:rPr>
              <a:t>realizarán reuniones con las personas beneficiarias y comités de contraloría social.</a:t>
            </a:r>
          </a:p>
          <a:p>
            <a:pPr marL="342900" indent="-342900" algn="just">
              <a:buFont typeface="Arial" panose="020B0604020202020204" pitchFamily="34" charset="0"/>
              <a:buChar char="•"/>
            </a:pPr>
            <a:endParaRPr lang="es-MX" sz="1500" dirty="0">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500" dirty="0">
                <a:latin typeface="Noto Sans" panose="020B0502040504020204" pitchFamily="34" charset="0"/>
                <a:ea typeface="Noto Sans" panose="020B0502040504020204" pitchFamily="34" charset="0"/>
                <a:cs typeface="Noto Sans" panose="020B0502040504020204" pitchFamily="34" charset="0"/>
              </a:rPr>
              <a:t>Al finalizar la reunión se levantará la Minuta de Reunión (Anexo 3) y registrará la información en el SICS.</a:t>
            </a:r>
          </a:p>
          <a:p>
            <a:pPr marL="342900" indent="-342900" algn="just">
              <a:buFont typeface="Arial" panose="020B0604020202020204" pitchFamily="34" charset="0"/>
              <a:buChar char="•"/>
            </a:pPr>
            <a:endParaRPr lang="es-MX" sz="1500" dirty="0">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500" dirty="0">
                <a:latin typeface="Noto Sans" panose="020B0502040504020204" pitchFamily="34" charset="0"/>
                <a:ea typeface="Noto Sans" panose="020B0502040504020204" pitchFamily="34" charset="0"/>
                <a:cs typeface="Noto Sans" panose="020B0502040504020204" pitchFamily="34" charset="0"/>
              </a:rPr>
              <a:t>Los Enlaces Estatales realizarán por lo menos una reunión con las personas beneficiarias en el ejercicio fiscal y proporcionarán a los comités de contraloría social el Informe de Comité de Contraloría Social (Anexo 4).</a:t>
            </a:r>
          </a:p>
          <a:p>
            <a:pPr marL="342900" indent="-342900" algn="just">
              <a:buFont typeface="Arial" panose="020B0604020202020204" pitchFamily="34" charset="0"/>
              <a:buChar char="•"/>
            </a:pPr>
            <a:endParaRPr lang="es-MX" sz="1500" dirty="0">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500" dirty="0">
                <a:latin typeface="Noto Sans" panose="020B0502040504020204" pitchFamily="34" charset="0"/>
                <a:ea typeface="Noto Sans" panose="020B0502040504020204" pitchFamily="34" charset="0"/>
                <a:cs typeface="Noto Sans" panose="020B0502040504020204" pitchFamily="34" charset="0"/>
              </a:rPr>
              <a:t>Una vez realizadas las actividades de vigilancia por el comité, éste realizará el Informe de Comité de Contraloría Social, el cual será respondido previo a la finalización del ejercicio fiscal en curso.</a:t>
            </a:r>
          </a:p>
          <a:p>
            <a:pPr marL="342900" indent="-342900" algn="just">
              <a:buFont typeface="Arial" panose="020B0604020202020204" pitchFamily="34" charset="0"/>
              <a:buChar char="•"/>
            </a:pPr>
            <a:endParaRPr lang="es-MX" sz="1500" dirty="0">
              <a:latin typeface="Noto Sans" panose="020B0502040504020204" pitchFamily="34" charset="0"/>
              <a:ea typeface="Noto Sans" panose="020B0502040504020204" pitchFamily="34" charset="0"/>
              <a:cs typeface="Noto Sans" panose="020B0502040504020204" pitchFamily="34" charset="0"/>
            </a:endParaRPr>
          </a:p>
          <a:p>
            <a:pPr marL="342900" indent="-342900" algn="just">
              <a:buFont typeface="Arial" panose="020B0604020202020204" pitchFamily="34" charset="0"/>
              <a:buChar char="•"/>
            </a:pPr>
            <a:r>
              <a:rPr lang="es-MX" sz="1500" dirty="0">
                <a:latin typeface="Noto Sans" panose="020B0502040504020204" pitchFamily="34" charset="0"/>
                <a:ea typeface="Noto Sans" panose="020B0502040504020204" pitchFamily="34" charset="0"/>
                <a:cs typeface="Noto Sans" panose="020B0502040504020204" pitchFamily="34" charset="0"/>
              </a:rPr>
              <a:t>Los Enlaces Estatales recopilarán el Informe de Comité de Contraloría Social y lo firmarán junto con un integrante del Comité, acción que deberá ser registrada en el SICS</a:t>
            </a:r>
          </a:p>
        </p:txBody>
      </p:sp>
    </p:spTree>
    <p:extLst>
      <p:ext uri="{BB962C8B-B14F-4D97-AF65-F5344CB8AC3E}">
        <p14:creationId xmlns:p14="http://schemas.microsoft.com/office/powerpoint/2010/main" val="350792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C3065-2A91-5F88-6B07-A404DFA078F1}"/>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C910CEA9-4C4B-C012-7D76-CA4EE6F65EBC}"/>
              </a:ext>
            </a:extLst>
          </p:cNvPr>
          <p:cNvPicPr>
            <a:picLocks noChangeAspect="1"/>
          </p:cNvPicPr>
          <p:nvPr/>
        </p:nvPicPr>
        <p:blipFill>
          <a:blip r:embed="rId3"/>
          <a:stretch>
            <a:fillRect/>
          </a:stretch>
        </p:blipFill>
        <p:spPr>
          <a:xfrm>
            <a:off x="8564275" y="267014"/>
            <a:ext cx="3389729" cy="732833"/>
          </a:xfrm>
          <a:prstGeom prst="rect">
            <a:avLst/>
          </a:prstGeom>
        </p:spPr>
      </p:pic>
      <p:sp>
        <p:nvSpPr>
          <p:cNvPr id="2" name="Google Shape;130;p8">
            <a:extLst>
              <a:ext uri="{FF2B5EF4-FFF2-40B4-BE49-F238E27FC236}">
                <a16:creationId xmlns:a16="http://schemas.microsoft.com/office/drawing/2014/main" id="{D86070DD-2742-30C4-75E4-F6103AE16A1E}"/>
              </a:ext>
            </a:extLst>
          </p:cNvPr>
          <p:cNvSpPr txBox="1"/>
          <p:nvPr/>
        </p:nvSpPr>
        <p:spPr>
          <a:xfrm>
            <a:off x="386444" y="1294593"/>
            <a:ext cx="11412625" cy="1232019"/>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pPr>
            <a:r>
              <a:rPr lang="es-MX" sz="1600" dirty="0">
                <a:solidFill>
                  <a:schemeClr val="dk1"/>
                </a:solidFill>
                <a:latin typeface="Noto Sans"/>
                <a:ea typeface="Noto Sans"/>
                <a:cs typeface="Noto Sans"/>
                <a:sym typeface="Noto Sans"/>
              </a:rPr>
              <a:t>En caso de detectar irregularidades en la ejecución del programa federal se podrán presentar quejas y denuncias mediante los siguientes mecanismos:</a:t>
            </a:r>
            <a:endParaRPr lang="es-MX" kern="1400" dirty="0">
              <a:ln>
                <a:noFill/>
              </a:ln>
              <a:solidFill>
                <a:srgbClr val="000000"/>
              </a:solidFill>
              <a:effectLst/>
              <a:latin typeface="Arial" panose="020B0604020202020204" pitchFamily="34" charset="0"/>
            </a:endParaRPr>
          </a:p>
          <a:p>
            <a:pPr marL="0" marR="0" indent="0" algn="l">
              <a:lnSpc>
                <a:spcPct val="119000"/>
              </a:lnSpc>
              <a:spcAft>
                <a:spcPts val="600"/>
              </a:spcAft>
            </a:pPr>
            <a:r>
              <a:rPr lang="es-MX" sz="1600" kern="1400" dirty="0">
                <a:ln>
                  <a:noFill/>
                </a:ln>
                <a:solidFill>
                  <a:srgbClr val="000000"/>
                </a:solidFill>
                <a:effectLst/>
                <a:latin typeface="Arial" panose="020B0604020202020204" pitchFamily="34" charset="0"/>
              </a:rPr>
              <a:t> </a:t>
            </a:r>
          </a:p>
          <a:p>
            <a:pPr marR="0" lvl="0" algn="just" rtl="0">
              <a:spcBef>
                <a:spcPts val="0"/>
              </a:spcBef>
              <a:spcAft>
                <a:spcPts val="0"/>
              </a:spcAft>
            </a:pPr>
            <a:endParaRPr lang="es-MX" sz="1600" dirty="0">
              <a:solidFill>
                <a:schemeClr val="dk1"/>
              </a:solidFill>
              <a:latin typeface="Noto Sans"/>
              <a:ea typeface="Noto Sans"/>
              <a:cs typeface="Noto Sans"/>
              <a:sym typeface="Noto Sans"/>
            </a:endParaRPr>
          </a:p>
        </p:txBody>
      </p:sp>
      <p:sp>
        <p:nvSpPr>
          <p:cNvPr id="4" name="Google Shape;128;p8">
            <a:extLst>
              <a:ext uri="{FF2B5EF4-FFF2-40B4-BE49-F238E27FC236}">
                <a16:creationId xmlns:a16="http://schemas.microsoft.com/office/drawing/2014/main" id="{99B0454F-23F7-CDC4-214D-7C787097381B}"/>
              </a:ext>
            </a:extLst>
          </p:cNvPr>
          <p:cNvSpPr txBox="1"/>
          <p:nvPr/>
        </p:nvSpPr>
        <p:spPr>
          <a:xfrm>
            <a:off x="386445" y="402618"/>
            <a:ext cx="6097554"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1" dirty="0">
                <a:solidFill>
                  <a:srgbClr val="1E5B4F"/>
                </a:solidFill>
                <a:latin typeface="Noto Sans"/>
                <a:ea typeface="Noto Sans"/>
                <a:cs typeface="Noto Sans"/>
                <a:sym typeface="Noto Sans"/>
              </a:rPr>
              <a:t>Quejas y denuncias</a:t>
            </a:r>
            <a:endParaRPr lang="pt-BR" sz="2400" b="1" dirty="0">
              <a:solidFill>
                <a:srgbClr val="1E5B4F"/>
              </a:solidFill>
              <a:latin typeface="Noto Sans"/>
              <a:ea typeface="Noto Sans"/>
              <a:cs typeface="Noto Sans"/>
              <a:sym typeface="Noto Sans"/>
            </a:endParaRPr>
          </a:p>
        </p:txBody>
      </p:sp>
      <p:sp>
        <p:nvSpPr>
          <p:cNvPr id="3" name="Google Shape;118;p7">
            <a:extLst>
              <a:ext uri="{FF2B5EF4-FFF2-40B4-BE49-F238E27FC236}">
                <a16:creationId xmlns:a16="http://schemas.microsoft.com/office/drawing/2014/main" id="{590E6D7B-B3B7-C5FA-DA1D-8EB4A25636D3}"/>
              </a:ext>
            </a:extLst>
          </p:cNvPr>
          <p:cNvSpPr txBox="1"/>
          <p:nvPr/>
        </p:nvSpPr>
        <p:spPr>
          <a:xfrm>
            <a:off x="392930" y="923555"/>
            <a:ext cx="8520140" cy="707846"/>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s-MX" sz="2000" b="1" dirty="0">
                <a:solidFill>
                  <a:srgbClr val="B7903D"/>
                </a:solidFill>
                <a:latin typeface="Noto Sans"/>
                <a:ea typeface="Noto Sans"/>
                <a:cs typeface="Noto Sans"/>
                <a:sym typeface="Noto Sans"/>
              </a:rPr>
              <a:t>Mecanismos de quejas y denuncias</a:t>
            </a:r>
          </a:p>
          <a:p>
            <a:pPr marL="0" marR="0" lvl="0" indent="0" rtl="0">
              <a:spcBef>
                <a:spcPts val="0"/>
              </a:spcBef>
              <a:spcAft>
                <a:spcPts val="0"/>
              </a:spcAft>
              <a:buNone/>
            </a:pPr>
            <a:endParaRPr lang="es-MX" sz="2000" dirty="0">
              <a:solidFill>
                <a:srgbClr val="B7903D"/>
              </a:solidFill>
              <a:latin typeface="Calibri"/>
              <a:ea typeface="Calibri"/>
              <a:cs typeface="Calibri"/>
              <a:sym typeface="Calibri"/>
            </a:endParaRPr>
          </a:p>
        </p:txBody>
      </p:sp>
      <p:graphicFrame>
        <p:nvGraphicFramePr>
          <p:cNvPr id="5" name="Diagrama 4">
            <a:extLst>
              <a:ext uri="{FF2B5EF4-FFF2-40B4-BE49-F238E27FC236}">
                <a16:creationId xmlns:a16="http://schemas.microsoft.com/office/drawing/2014/main" id="{9C17FA2C-1D4C-3CFC-7160-D1FD67980031}"/>
              </a:ext>
            </a:extLst>
          </p:cNvPr>
          <p:cNvGraphicFramePr/>
          <p:nvPr>
            <p:extLst>
              <p:ext uri="{D42A27DB-BD31-4B8C-83A1-F6EECF244321}">
                <p14:modId xmlns:p14="http://schemas.microsoft.com/office/powerpoint/2010/main" val="3610418254"/>
              </p:ext>
            </p:extLst>
          </p:nvPr>
        </p:nvGraphicFramePr>
        <p:xfrm>
          <a:off x="-757660" y="1926147"/>
          <a:ext cx="12827410" cy="63457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Imagen 5">
            <a:extLst>
              <a:ext uri="{FF2B5EF4-FFF2-40B4-BE49-F238E27FC236}">
                <a16:creationId xmlns:a16="http://schemas.microsoft.com/office/drawing/2014/main" id="{17A34CE1-6AE7-E60B-CBE1-7A53062B70D7}"/>
              </a:ext>
            </a:extLst>
          </p:cNvPr>
          <p:cNvPicPr>
            <a:picLocks noChangeAspect="1"/>
          </p:cNvPicPr>
          <p:nvPr/>
        </p:nvPicPr>
        <p:blipFill>
          <a:blip r:embed="rId9"/>
          <a:stretch>
            <a:fillRect/>
          </a:stretch>
        </p:blipFill>
        <p:spPr>
          <a:xfrm>
            <a:off x="3321699" y="4636735"/>
            <a:ext cx="2944287" cy="18533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62577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8;p8">
            <a:extLst>
              <a:ext uri="{FF2B5EF4-FFF2-40B4-BE49-F238E27FC236}">
                <a16:creationId xmlns:a16="http://schemas.microsoft.com/office/drawing/2014/main" id="{42C121B1-7AF4-C2B7-A786-3B11EBCFEF9E}"/>
              </a:ext>
            </a:extLst>
          </p:cNvPr>
          <p:cNvSpPr txBox="1"/>
          <p:nvPr/>
        </p:nvSpPr>
        <p:spPr>
          <a:xfrm>
            <a:off x="386445" y="402618"/>
            <a:ext cx="6097554"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1" dirty="0">
                <a:solidFill>
                  <a:srgbClr val="1E5B4F"/>
                </a:solidFill>
                <a:latin typeface="Noto Sans"/>
                <a:ea typeface="Noto Sans"/>
                <a:cs typeface="Noto Sans"/>
                <a:sym typeface="Noto Sans"/>
              </a:rPr>
              <a:t>Contacto</a:t>
            </a:r>
            <a:endParaRPr lang="pt-BR" sz="2400" b="1" dirty="0">
              <a:solidFill>
                <a:srgbClr val="1E5B4F"/>
              </a:solidFill>
              <a:latin typeface="Noto Sans"/>
              <a:ea typeface="Noto Sans"/>
              <a:cs typeface="Noto Sans"/>
              <a:sym typeface="Noto Sans"/>
            </a:endParaRPr>
          </a:p>
        </p:txBody>
      </p:sp>
      <p:sp>
        <p:nvSpPr>
          <p:cNvPr id="5" name="CuadroTexto 4">
            <a:extLst>
              <a:ext uri="{FF2B5EF4-FFF2-40B4-BE49-F238E27FC236}">
                <a16:creationId xmlns:a16="http://schemas.microsoft.com/office/drawing/2014/main" id="{69F0BC16-E4D0-D19C-8F0F-7D07218E1954}"/>
              </a:ext>
            </a:extLst>
          </p:cNvPr>
          <p:cNvSpPr txBox="1"/>
          <p:nvPr/>
        </p:nvSpPr>
        <p:spPr>
          <a:xfrm>
            <a:off x="2390661" y="1476261"/>
            <a:ext cx="6885542" cy="369332"/>
          </a:xfrm>
          <a:prstGeom prst="rect">
            <a:avLst/>
          </a:prstGeom>
          <a:noFill/>
        </p:spPr>
        <p:txBody>
          <a:bodyPr wrap="square" rtlCol="0">
            <a:spAutoFit/>
          </a:bodyPr>
          <a:lstStyle/>
          <a:p>
            <a:pPr algn="ctr"/>
            <a:r>
              <a:rPr lang="es-MX" sz="1800" b="1" dirty="0">
                <a:latin typeface="Noto Sans" panose="020B0502040504020204" pitchFamily="34" charset="0"/>
                <a:ea typeface="Noto Sans" panose="020B0502040504020204" pitchFamily="34" charset="0"/>
                <a:cs typeface="Noto Sans" panose="020B0502040504020204" pitchFamily="34" charset="0"/>
              </a:rPr>
              <a:t>contraloriasocialu006@sems.gob.mx</a:t>
            </a:r>
          </a:p>
        </p:txBody>
      </p:sp>
      <p:graphicFrame>
        <p:nvGraphicFramePr>
          <p:cNvPr id="8" name="Tabla 7">
            <a:extLst>
              <a:ext uri="{FF2B5EF4-FFF2-40B4-BE49-F238E27FC236}">
                <a16:creationId xmlns:a16="http://schemas.microsoft.com/office/drawing/2014/main" id="{98C3B9A8-7BBE-AF8C-D20B-759996395D32}"/>
              </a:ext>
            </a:extLst>
          </p:cNvPr>
          <p:cNvGraphicFramePr>
            <a:graphicFrameLocks noGrp="1"/>
          </p:cNvGraphicFramePr>
          <p:nvPr>
            <p:extLst>
              <p:ext uri="{D42A27DB-BD31-4B8C-83A1-F6EECF244321}">
                <p14:modId xmlns:p14="http://schemas.microsoft.com/office/powerpoint/2010/main" val="1683195892"/>
              </p:ext>
            </p:extLst>
          </p:nvPr>
        </p:nvGraphicFramePr>
        <p:xfrm>
          <a:off x="1136073" y="2733965"/>
          <a:ext cx="10372436" cy="1782618"/>
        </p:xfrm>
        <a:graphic>
          <a:graphicData uri="http://schemas.openxmlformats.org/drawingml/2006/table">
            <a:tbl>
              <a:tblPr/>
              <a:tblGrid>
                <a:gridCol w="2593109">
                  <a:extLst>
                    <a:ext uri="{9D8B030D-6E8A-4147-A177-3AD203B41FA5}">
                      <a16:colId xmlns:a16="http://schemas.microsoft.com/office/drawing/2014/main" val="967717412"/>
                    </a:ext>
                  </a:extLst>
                </a:gridCol>
                <a:gridCol w="2593109">
                  <a:extLst>
                    <a:ext uri="{9D8B030D-6E8A-4147-A177-3AD203B41FA5}">
                      <a16:colId xmlns:a16="http://schemas.microsoft.com/office/drawing/2014/main" val="2532823116"/>
                    </a:ext>
                  </a:extLst>
                </a:gridCol>
                <a:gridCol w="2593109">
                  <a:extLst>
                    <a:ext uri="{9D8B030D-6E8A-4147-A177-3AD203B41FA5}">
                      <a16:colId xmlns:a16="http://schemas.microsoft.com/office/drawing/2014/main" val="4130799494"/>
                    </a:ext>
                  </a:extLst>
                </a:gridCol>
                <a:gridCol w="2593109">
                  <a:extLst>
                    <a:ext uri="{9D8B030D-6E8A-4147-A177-3AD203B41FA5}">
                      <a16:colId xmlns:a16="http://schemas.microsoft.com/office/drawing/2014/main" val="2172706773"/>
                    </a:ext>
                  </a:extLst>
                </a:gridCol>
              </a:tblGrid>
              <a:tr h="358999">
                <a:tc>
                  <a:txBody>
                    <a:bodyPr/>
                    <a:lstStyle/>
                    <a:p>
                      <a:pPr algn="ctr" rtl="0" fontAlgn="ctr">
                        <a:buNone/>
                      </a:pPr>
                      <a:r>
                        <a:rPr lang="es-MX" sz="1400" b="1" i="0" u="none" strike="noStrike" dirty="0">
                          <a:solidFill>
                            <a:srgbClr val="FFFFFF"/>
                          </a:solidFill>
                          <a:effectLst/>
                          <a:latin typeface="Noto Sans" panose="020B0502040504020204" pitchFamily="34" charset="0"/>
                        </a:rPr>
                        <a:t>NOMBRE</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21333"/>
                    </a:solidFill>
                  </a:tcPr>
                </a:tc>
                <a:tc>
                  <a:txBody>
                    <a:bodyPr/>
                    <a:lstStyle/>
                    <a:p>
                      <a:pPr algn="ctr" rtl="0" fontAlgn="ctr">
                        <a:buNone/>
                      </a:pPr>
                      <a:r>
                        <a:rPr lang="es-MX" sz="1400" b="1" i="0" u="none" strike="noStrike" dirty="0">
                          <a:solidFill>
                            <a:srgbClr val="FFFFFF"/>
                          </a:solidFill>
                          <a:effectLst/>
                          <a:latin typeface="Noto Sans" panose="020B0502040504020204" pitchFamily="34" charset="0"/>
                        </a:rPr>
                        <a:t>CARGO</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21333"/>
                    </a:solidFill>
                  </a:tcPr>
                </a:tc>
                <a:tc>
                  <a:txBody>
                    <a:bodyPr/>
                    <a:lstStyle/>
                    <a:p>
                      <a:pPr algn="ctr" rtl="0" fontAlgn="ctr">
                        <a:buNone/>
                      </a:pPr>
                      <a:r>
                        <a:rPr lang="es-MX" sz="1400" b="1" i="0" u="none" strike="noStrike" dirty="0">
                          <a:solidFill>
                            <a:srgbClr val="FFFFFF"/>
                          </a:solidFill>
                          <a:effectLst/>
                          <a:latin typeface="Noto Sans" panose="020B0502040504020204" pitchFamily="34" charset="0"/>
                        </a:rPr>
                        <a:t>TELÉFONO</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21333"/>
                    </a:solidFill>
                  </a:tcPr>
                </a:tc>
                <a:tc>
                  <a:txBody>
                    <a:bodyPr/>
                    <a:lstStyle/>
                    <a:p>
                      <a:pPr algn="ctr" rtl="0" fontAlgn="ctr">
                        <a:buNone/>
                      </a:pPr>
                      <a:r>
                        <a:rPr lang="es-MX" sz="1400" b="1" i="0" u="none" strike="noStrike" dirty="0">
                          <a:solidFill>
                            <a:srgbClr val="FFFFFF"/>
                          </a:solidFill>
                          <a:effectLst/>
                          <a:latin typeface="Noto Sans" panose="020B0502040504020204" pitchFamily="34" charset="0"/>
                        </a:rPr>
                        <a:t>CORREO</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21333"/>
                    </a:solidFill>
                  </a:tcPr>
                </a:tc>
                <a:extLst>
                  <a:ext uri="{0D108BD9-81ED-4DB2-BD59-A6C34878D82A}">
                    <a16:rowId xmlns:a16="http://schemas.microsoft.com/office/drawing/2014/main" val="3925242890"/>
                  </a:ext>
                </a:extLst>
              </a:tr>
              <a:tr h="717999">
                <a:tc>
                  <a:txBody>
                    <a:bodyPr/>
                    <a:lstStyle/>
                    <a:p>
                      <a:pPr algn="ctr" rtl="0" fontAlgn="ctr">
                        <a:buNone/>
                      </a:pPr>
                      <a:r>
                        <a:rPr lang="es-MX" sz="1400" b="0" i="0" u="none" strike="noStrike" dirty="0">
                          <a:solidFill>
                            <a:srgbClr val="000000"/>
                          </a:solidFill>
                          <a:effectLst/>
                          <a:latin typeface="Noto Sans" panose="020B0502040504020204" pitchFamily="34" charset="0"/>
                        </a:rPr>
                        <a:t>José Arturo Ochoa Téllez</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9AA0"/>
                    </a:solidFill>
                  </a:tcPr>
                </a:tc>
                <a:tc>
                  <a:txBody>
                    <a:bodyPr/>
                    <a:lstStyle/>
                    <a:p>
                      <a:pPr algn="ctr" rtl="0" fontAlgn="ctr">
                        <a:buNone/>
                      </a:pPr>
                      <a:r>
                        <a:rPr lang="es-MX" sz="1400" b="0" i="0" u="none" strike="noStrike" dirty="0">
                          <a:solidFill>
                            <a:srgbClr val="000000"/>
                          </a:solidFill>
                          <a:effectLst/>
                          <a:latin typeface="Noto Sans" panose="020B0502040504020204" pitchFamily="34" charset="0"/>
                        </a:rPr>
                        <a:t>Subdirector de área</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9AA0"/>
                    </a:solidFill>
                  </a:tcPr>
                </a:tc>
                <a:tc rowSpan="2">
                  <a:txBody>
                    <a:bodyPr/>
                    <a:lstStyle/>
                    <a:p>
                      <a:pPr algn="ctr" rtl="0" fontAlgn="ctr">
                        <a:buNone/>
                      </a:pPr>
                      <a:r>
                        <a:rPr lang="es-MX" sz="1400" b="0" i="0" u="none" strike="noStrike" dirty="0">
                          <a:solidFill>
                            <a:srgbClr val="000000"/>
                          </a:solidFill>
                          <a:effectLst/>
                          <a:latin typeface="Noto Sans" panose="020B0502040504020204" pitchFamily="34" charset="0"/>
                        </a:rPr>
                        <a:t>55-3600-2511 Ext. 50692</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B29AA0"/>
                    </a:solidFill>
                  </a:tcPr>
                </a:tc>
                <a:tc>
                  <a:txBody>
                    <a:bodyPr/>
                    <a:lstStyle/>
                    <a:p>
                      <a:pPr algn="ctr" rtl="0" fontAlgn="ctr">
                        <a:buNone/>
                      </a:pPr>
                      <a:r>
                        <a:rPr lang="es-MX" sz="1200" b="0" i="0" u="sng" strike="noStrike" dirty="0">
                          <a:solidFill>
                            <a:srgbClr val="467886"/>
                          </a:solidFill>
                          <a:effectLst/>
                          <a:latin typeface="Noto Sans" panose="020B0502040504020204" pitchFamily="34" charset="0"/>
                          <a:ea typeface="Noto Sans" panose="020B0502040504020204" pitchFamily="34" charset="0"/>
                          <a:cs typeface="Noto Sans" panose="020B0502040504020204" pitchFamily="34" charset="0"/>
                          <a:hlinkClick r:id="rId2"/>
                        </a:rPr>
                        <a:t>arturo.ochoa@sems.gob.mx</a:t>
                      </a:r>
                      <a:endParaRPr lang="es-MX" sz="1200" b="0" i="0" u="sng" strike="noStrike" dirty="0">
                        <a:solidFill>
                          <a:srgbClr val="467886"/>
                        </a:solidFill>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9AA0"/>
                    </a:solidFill>
                  </a:tcPr>
                </a:tc>
                <a:extLst>
                  <a:ext uri="{0D108BD9-81ED-4DB2-BD59-A6C34878D82A}">
                    <a16:rowId xmlns:a16="http://schemas.microsoft.com/office/drawing/2014/main" val="2291097900"/>
                  </a:ext>
                </a:extLst>
              </a:tr>
              <a:tr h="705620">
                <a:tc>
                  <a:txBody>
                    <a:bodyPr/>
                    <a:lstStyle/>
                    <a:p>
                      <a:pPr algn="ctr" rtl="0" fontAlgn="ctr">
                        <a:buNone/>
                      </a:pPr>
                      <a:r>
                        <a:rPr lang="es-MX" sz="1400" b="0" i="0" u="none" strike="noStrike" dirty="0">
                          <a:solidFill>
                            <a:srgbClr val="000000"/>
                          </a:solidFill>
                          <a:effectLst/>
                          <a:latin typeface="Noto Sans" panose="020B0502040504020204" pitchFamily="34" charset="0"/>
                        </a:rPr>
                        <a:t>Jasmín Guadalupe Rivera Sánchez</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9AA0"/>
                    </a:solidFill>
                  </a:tcPr>
                </a:tc>
                <a:tc>
                  <a:txBody>
                    <a:bodyPr/>
                    <a:lstStyle/>
                    <a:p>
                      <a:pPr algn="ctr" rtl="0" fontAlgn="ctr">
                        <a:buNone/>
                      </a:pPr>
                      <a:r>
                        <a:rPr lang="es-MX" sz="1400" b="0" i="0" u="none" strike="noStrike" dirty="0">
                          <a:solidFill>
                            <a:srgbClr val="000000"/>
                          </a:solidFill>
                          <a:effectLst/>
                          <a:latin typeface="Noto Sans" panose="020B0502040504020204" pitchFamily="34" charset="0"/>
                        </a:rPr>
                        <a:t>Jefe de departamento</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9AA0"/>
                    </a:solidFill>
                  </a:tcPr>
                </a:tc>
                <a:tc vMerge="1">
                  <a:txBody>
                    <a:bodyPr/>
                    <a:lstStyle/>
                    <a:p>
                      <a:endParaRPr lang="es-MX"/>
                    </a:p>
                  </a:txBody>
                  <a:tcPr/>
                </a:tc>
                <a:tc>
                  <a:txBody>
                    <a:bodyPr/>
                    <a:lstStyle/>
                    <a:p>
                      <a:pPr algn="ctr" rtl="0" fontAlgn="ctr">
                        <a:buNone/>
                      </a:pPr>
                      <a:r>
                        <a:rPr lang="es-MX" sz="1200" b="0" i="0" u="sng" strike="noStrike" dirty="0">
                          <a:solidFill>
                            <a:srgbClr val="467886"/>
                          </a:solidFill>
                          <a:effectLst/>
                          <a:latin typeface="Noto Sans" panose="020B0502040504020204" pitchFamily="34" charset="0"/>
                          <a:ea typeface="Noto Sans" panose="020B0502040504020204" pitchFamily="34" charset="0"/>
                          <a:cs typeface="Noto Sans" panose="020B0502040504020204" pitchFamily="34" charset="0"/>
                          <a:hlinkClick r:id="rId3"/>
                        </a:rPr>
                        <a:t>jasmin.rivera@sems.gob.mx</a:t>
                      </a:r>
                      <a:endParaRPr lang="es-MX" sz="1200" b="0" i="0" u="sng" strike="noStrike" dirty="0">
                        <a:solidFill>
                          <a:srgbClr val="467886"/>
                        </a:solidFill>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9AA0"/>
                    </a:solidFill>
                  </a:tcPr>
                </a:tc>
                <a:extLst>
                  <a:ext uri="{0D108BD9-81ED-4DB2-BD59-A6C34878D82A}">
                    <a16:rowId xmlns:a16="http://schemas.microsoft.com/office/drawing/2014/main" val="3027397220"/>
                  </a:ext>
                </a:extLst>
              </a:tr>
            </a:tbl>
          </a:graphicData>
        </a:graphic>
      </p:graphicFrame>
    </p:spTree>
    <p:extLst>
      <p:ext uri="{BB962C8B-B14F-4D97-AF65-F5344CB8AC3E}">
        <p14:creationId xmlns:p14="http://schemas.microsoft.com/office/powerpoint/2010/main" val="3738103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5"/>
        <p:cNvGrpSpPr/>
        <p:nvPr/>
      </p:nvGrpSpPr>
      <p:grpSpPr>
        <a:xfrm>
          <a:off x="0" y="0"/>
          <a:ext cx="0" cy="0"/>
          <a:chOff x="0" y="0"/>
          <a:chExt cx="0" cy="0"/>
        </a:xfrm>
      </p:grpSpPr>
      <p:sp>
        <p:nvSpPr>
          <p:cNvPr id="166" name="Google Shape;166;p12"/>
          <p:cNvSpPr txBox="1"/>
          <p:nvPr/>
        </p:nvSpPr>
        <p:spPr>
          <a:xfrm>
            <a:off x="1528119" y="2647460"/>
            <a:ext cx="9144000" cy="2631122"/>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EDD899"/>
              </a:buClr>
              <a:buSzPts val="4400"/>
              <a:buFont typeface="Noto Sans"/>
              <a:buNone/>
            </a:pPr>
            <a:r>
              <a:rPr lang="es-MX" sz="4400" b="1" noProof="0" dirty="0">
                <a:solidFill>
                  <a:srgbClr val="EDD899"/>
                </a:solidFill>
                <a:latin typeface="Noto Sans"/>
                <a:ea typeface="Noto Sans"/>
                <a:cs typeface="Noto Sans"/>
                <a:sym typeface="Noto Sans"/>
              </a:rPr>
              <a:t>GRACIAS</a:t>
            </a:r>
            <a:endParaRPr lang="es-MX" noProof="0" dirty="0"/>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1638</TotalTime>
  <Words>2391</Words>
  <Application>Microsoft Office PowerPoint</Application>
  <PresentationFormat>Panorámica</PresentationFormat>
  <Paragraphs>207</Paragraphs>
  <Slides>19</Slides>
  <Notes>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19</vt:i4>
      </vt:variant>
    </vt:vector>
  </HeadingPairs>
  <TitlesOfParts>
    <vt:vector size="25" baseType="lpstr">
      <vt:lpstr>Patria</vt:lpstr>
      <vt:lpstr>Arial</vt:lpstr>
      <vt:lpstr>Calibri</vt:lpstr>
      <vt:lpstr>Noto Sans</vt:lpstr>
      <vt:lpstr>Montserrat SemiBold</vt:lpstr>
      <vt:lpstr>Tema de Office</vt:lpstr>
      <vt:lpstr>Presentación de PowerPoint</vt:lpstr>
      <vt:lpstr>ORDEN DEL DÍA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Ximena Pérez Viveros</dc:creator>
  <cp:lastModifiedBy>Jasmín Guadalupe Rivera Sánchez</cp:lastModifiedBy>
  <cp:revision>33</cp:revision>
  <dcterms:created xsi:type="dcterms:W3CDTF">2024-12-28T21:44:20Z</dcterms:created>
  <dcterms:modified xsi:type="dcterms:W3CDTF">2025-07-14T19:56:35Z</dcterms:modified>
</cp:coreProperties>
</file>