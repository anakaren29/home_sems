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3" r:id="rId4"/>
    <p:sldId id="274" r:id="rId5"/>
    <p:sldId id="264" r:id="rId6"/>
    <p:sldId id="271" r:id="rId7"/>
  </p:sldIdLst>
  <p:sldSz cx="12192000" cy="6858000"/>
  <p:notesSz cx="6858000" cy="9144000"/>
  <p:embeddedFontLs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Medium" panose="020B0502040504020204" pitchFamily="34" charset="0"/>
      <p:regular r:id="rId13"/>
      <p:bold r:id="rId14"/>
      <p:italic r:id="rId15"/>
      <p:boldItalic r:id="rId16"/>
    </p:embeddedFont>
    <p:embeddedFont>
      <p:font typeface="Noto Sans SemiBold" panose="020B0502040504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h+0JvwQfyN5a95BaGeYjVjO97n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2809B5-38F1-4C11-BD7A-A06F0E82F9F8}" v="5" dt="2026-01-16T21:47:04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35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Elena Calvillo López" userId="38e759e5-65d8-4211-bc27-44bf05ad1190" providerId="ADAL" clId="{DA76654A-5C9F-4F84-99D0-D598F55FD501}"/>
    <pc:docChg chg="undo custSel modSld">
      <pc:chgData name="Sara Elena Calvillo López" userId="38e759e5-65d8-4211-bc27-44bf05ad1190" providerId="ADAL" clId="{DA76654A-5C9F-4F84-99D0-D598F55FD501}" dt="2026-01-16T21:47:06.863" v="385" actId="1076"/>
      <pc:docMkLst>
        <pc:docMk/>
      </pc:docMkLst>
      <pc:sldChg chg="addSp delSp modSp mod setBg">
        <pc:chgData name="Sara Elena Calvillo López" userId="38e759e5-65d8-4211-bc27-44bf05ad1190" providerId="ADAL" clId="{DA76654A-5C9F-4F84-99D0-D598F55FD501}" dt="2026-01-16T21:46:21.751" v="376" actId="1076"/>
        <pc:sldMkLst>
          <pc:docMk/>
          <pc:sldMk cId="0" sldId="258"/>
        </pc:sldMkLst>
        <pc:spChg chg="mod">
          <ac:chgData name="Sara Elena Calvillo López" userId="38e759e5-65d8-4211-bc27-44bf05ad1190" providerId="ADAL" clId="{DA76654A-5C9F-4F84-99D0-D598F55FD501}" dt="2026-01-16T21:45:53.014" v="367" actId="26606"/>
          <ac:spMkLst>
            <pc:docMk/>
            <pc:sldMk cId="0" sldId="258"/>
            <ac:spMk id="92" creationId="{00000000-0000-0000-0000-000000000000}"/>
          </ac:spMkLst>
        </pc:spChg>
        <pc:spChg chg="mod">
          <ac:chgData name="Sara Elena Calvillo López" userId="38e759e5-65d8-4211-bc27-44bf05ad1190" providerId="ADAL" clId="{DA76654A-5C9F-4F84-99D0-D598F55FD501}" dt="2026-01-16T21:45:53.014" v="367" actId="26606"/>
          <ac:spMkLst>
            <pc:docMk/>
            <pc:sldMk cId="0" sldId="258"/>
            <ac:spMk id="93" creationId="{00000000-0000-0000-0000-000000000000}"/>
          </ac:spMkLst>
        </pc:spChg>
        <pc:spChg chg="add del">
          <ac:chgData name="Sara Elena Calvillo López" userId="38e759e5-65d8-4211-bc27-44bf05ad1190" providerId="ADAL" clId="{DA76654A-5C9F-4F84-99D0-D598F55FD501}" dt="2026-01-16T21:45:53.014" v="367" actId="26606"/>
          <ac:spMkLst>
            <pc:docMk/>
            <pc:sldMk cId="0" sldId="258"/>
            <ac:spMk id="99" creationId="{C4879EFC-8E62-4E00-973C-C45EE9EC676D}"/>
          </ac:spMkLst>
        </pc:spChg>
        <pc:spChg chg="add del">
          <ac:chgData name="Sara Elena Calvillo López" userId="38e759e5-65d8-4211-bc27-44bf05ad1190" providerId="ADAL" clId="{DA76654A-5C9F-4F84-99D0-D598F55FD501}" dt="2026-01-16T21:45:53.014" v="367" actId="26606"/>
          <ac:spMkLst>
            <pc:docMk/>
            <pc:sldMk cId="0" sldId="258"/>
            <ac:spMk id="101" creationId="{D6A9C53F-5F90-40A5-8C85-5412D39C8C68}"/>
          </ac:spMkLst>
        </pc:spChg>
        <pc:picChg chg="add mod">
          <ac:chgData name="Sara Elena Calvillo López" userId="38e759e5-65d8-4211-bc27-44bf05ad1190" providerId="ADAL" clId="{DA76654A-5C9F-4F84-99D0-D598F55FD501}" dt="2026-01-16T21:46:21.751" v="376" actId="1076"/>
          <ac:picMkLst>
            <pc:docMk/>
            <pc:sldMk cId="0" sldId="258"/>
            <ac:picMk id="3" creationId="{740C8FE3-24C0-AE2E-103D-B4CBD30817BC}"/>
          </ac:picMkLst>
        </pc:picChg>
        <pc:picChg chg="mod ord">
          <ac:chgData name="Sara Elena Calvillo López" userId="38e759e5-65d8-4211-bc27-44bf05ad1190" providerId="ADAL" clId="{DA76654A-5C9F-4F84-99D0-D598F55FD501}" dt="2026-01-16T21:45:53.014" v="367" actId="26606"/>
          <ac:picMkLst>
            <pc:docMk/>
            <pc:sldMk cId="0" sldId="258"/>
            <ac:picMk id="94" creationId="{00000000-0000-0000-0000-000000000000}"/>
          </ac:picMkLst>
        </pc:picChg>
      </pc:sldChg>
      <pc:sldChg chg="addSp modSp mod">
        <pc:chgData name="Sara Elena Calvillo López" userId="38e759e5-65d8-4211-bc27-44bf05ad1190" providerId="ADAL" clId="{DA76654A-5C9F-4F84-99D0-D598F55FD501}" dt="2026-01-16T21:46:38.415" v="379" actId="1076"/>
        <pc:sldMkLst>
          <pc:docMk/>
          <pc:sldMk cId="0" sldId="263"/>
        </pc:sldMkLst>
        <pc:picChg chg="add mod">
          <ac:chgData name="Sara Elena Calvillo López" userId="38e759e5-65d8-4211-bc27-44bf05ad1190" providerId="ADAL" clId="{DA76654A-5C9F-4F84-99D0-D598F55FD501}" dt="2026-01-16T21:46:38.415" v="379" actId="1076"/>
          <ac:picMkLst>
            <pc:docMk/>
            <pc:sldMk cId="0" sldId="263"/>
            <ac:picMk id="2" creationId="{1FA2F156-08F1-5EDE-DC3B-2E8243A9B2E7}"/>
          </ac:picMkLst>
        </pc:picChg>
      </pc:sldChg>
      <pc:sldChg chg="addSp modSp mod">
        <pc:chgData name="Sara Elena Calvillo López" userId="38e759e5-65d8-4211-bc27-44bf05ad1190" providerId="ADAL" clId="{DA76654A-5C9F-4F84-99D0-D598F55FD501}" dt="2026-01-16T21:46:56.480" v="383" actId="1076"/>
        <pc:sldMkLst>
          <pc:docMk/>
          <pc:sldMk cId="0" sldId="264"/>
        </pc:sldMkLst>
        <pc:spChg chg="mod">
          <ac:chgData name="Sara Elena Calvillo López" userId="38e759e5-65d8-4211-bc27-44bf05ad1190" providerId="ADAL" clId="{DA76654A-5C9F-4F84-99D0-D598F55FD501}" dt="2026-01-16T20:48:41.551" v="360" actId="20577"/>
          <ac:spMkLst>
            <pc:docMk/>
            <pc:sldMk cId="0" sldId="264"/>
            <ac:spMk id="134" creationId="{00000000-0000-0000-0000-000000000000}"/>
          </ac:spMkLst>
        </pc:spChg>
        <pc:picChg chg="add mod">
          <ac:chgData name="Sara Elena Calvillo López" userId="38e759e5-65d8-4211-bc27-44bf05ad1190" providerId="ADAL" clId="{DA76654A-5C9F-4F84-99D0-D598F55FD501}" dt="2026-01-16T21:46:56.480" v="383" actId="1076"/>
          <ac:picMkLst>
            <pc:docMk/>
            <pc:sldMk cId="0" sldId="264"/>
            <ac:picMk id="2" creationId="{26E75CCE-73CA-774B-CB94-761968584AE7}"/>
          </ac:picMkLst>
        </pc:picChg>
      </pc:sldChg>
      <pc:sldChg chg="addSp modSp mod">
        <pc:chgData name="Sara Elena Calvillo López" userId="38e759e5-65d8-4211-bc27-44bf05ad1190" providerId="ADAL" clId="{DA76654A-5C9F-4F84-99D0-D598F55FD501}" dt="2026-01-16T21:47:06.863" v="385" actId="1076"/>
        <pc:sldMkLst>
          <pc:docMk/>
          <pc:sldMk cId="0" sldId="271"/>
        </pc:sldMkLst>
        <pc:picChg chg="add mod">
          <ac:chgData name="Sara Elena Calvillo López" userId="38e759e5-65d8-4211-bc27-44bf05ad1190" providerId="ADAL" clId="{DA76654A-5C9F-4F84-99D0-D598F55FD501}" dt="2026-01-16T21:47:06.863" v="385" actId="1076"/>
          <ac:picMkLst>
            <pc:docMk/>
            <pc:sldMk cId="0" sldId="271"/>
            <ac:picMk id="2" creationId="{64DC86E0-9D1E-1F5F-412F-6FEF41983D4A}"/>
          </ac:picMkLst>
        </pc:picChg>
      </pc:sldChg>
      <pc:sldChg chg="addSp modSp mod">
        <pc:chgData name="Sara Elena Calvillo López" userId="38e759e5-65d8-4211-bc27-44bf05ad1190" providerId="ADAL" clId="{DA76654A-5C9F-4F84-99D0-D598F55FD501}" dt="2026-01-16T21:46:48.973" v="381" actId="1076"/>
        <pc:sldMkLst>
          <pc:docMk/>
          <pc:sldMk cId="4253739735" sldId="274"/>
        </pc:sldMkLst>
        <pc:picChg chg="add mod">
          <ac:chgData name="Sara Elena Calvillo López" userId="38e759e5-65d8-4211-bc27-44bf05ad1190" providerId="ADAL" clId="{DA76654A-5C9F-4F84-99D0-D598F55FD501}" dt="2026-01-16T21:46:48.973" v="381" actId="1076"/>
          <ac:picMkLst>
            <pc:docMk/>
            <pc:sldMk cId="4253739735" sldId="274"/>
            <ac:picMk id="2" creationId="{760B1C00-2FC9-6B63-FF84-12425E3F5DB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55040ed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55040ed6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b55040ed6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08198E16-D465-30BA-042C-3E41CD60F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4EE96DB7-F0B2-46CC-707F-1AA907A903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340685E-5496-F015-DB48-DBCF44ED15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5094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>
            <a:spLocks noGrp="1"/>
          </p:cNvSpPr>
          <p:nvPr>
            <p:ph type="title"/>
          </p:nvPr>
        </p:nvSpPr>
        <p:spPr>
          <a:xfrm>
            <a:off x="3006246" y="1955870"/>
            <a:ext cx="88225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 SemiBold"/>
              <a:buNone/>
              <a:defRPr sz="4400" b="1" i="0" u="none" strike="noStrike" cap="none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body" idx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7D39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E7D395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a de título">
  <p:cSld name="2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>
            <a:spLocks noGrp="1"/>
          </p:cNvSpPr>
          <p:nvPr>
            <p:ph type="title"/>
          </p:nvPr>
        </p:nvSpPr>
        <p:spPr>
          <a:xfrm>
            <a:off x="3006246" y="1955870"/>
            <a:ext cx="88225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 SemiBold"/>
              <a:buNone/>
              <a:defRPr sz="4400" b="1" i="0" u="none" strike="noStrike" cap="none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body" idx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7D39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E7D395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1_Diapositiva de texto">
  <p:cSld name="1.1_Diapositiva de text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>
            <a:spLocks noGrp="1"/>
          </p:cNvSpPr>
          <p:nvPr>
            <p:ph type="title"/>
          </p:nvPr>
        </p:nvSpPr>
        <p:spPr>
          <a:xfrm>
            <a:off x="293318" y="251901"/>
            <a:ext cx="8465671" cy="88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C2148"/>
              </a:buClr>
              <a:buSzPts val="4000"/>
              <a:buFont typeface="Noto Sans SemiBold"/>
              <a:buNone/>
              <a:defRPr sz="4000" b="1" i="0" u="none" strike="noStrike" cap="none">
                <a:solidFill>
                  <a:srgbClr val="9C2148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1"/>
          </p:nvPr>
        </p:nvSpPr>
        <p:spPr>
          <a:xfrm>
            <a:off x="293318" y="1478072"/>
            <a:ext cx="8465671" cy="427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404040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2_Diapositiva de gráficos">
  <p:cSld name="1.2_Diapositiva de gráfic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293318" y="1478071"/>
            <a:ext cx="8465671" cy="4698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404040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93318" y="251901"/>
            <a:ext cx="8465671" cy="88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C2148"/>
              </a:buClr>
              <a:buSzPts val="4000"/>
              <a:buFont typeface="Noto Sans SemiBold"/>
              <a:buNone/>
              <a:defRPr sz="4000" b="1" i="0" u="none" strike="noStrike" cap="none">
                <a:solidFill>
                  <a:srgbClr val="9C2148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1_Inicio de Capítulo">
  <p:cSld name="3.1_Inicio de Cap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body" idx="1"/>
          </p:nvPr>
        </p:nvSpPr>
        <p:spPr>
          <a:xfrm>
            <a:off x="4609578" y="2690834"/>
            <a:ext cx="6605540" cy="561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6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55040ed65_0_0"/>
          <p:cNvSpPr txBox="1">
            <a:spLocks noGrp="1"/>
          </p:cNvSpPr>
          <p:nvPr>
            <p:ph type="title"/>
          </p:nvPr>
        </p:nvSpPr>
        <p:spPr>
          <a:xfrm>
            <a:off x="3006246" y="1955870"/>
            <a:ext cx="8822400" cy="132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Primera Sesión Extraordinaria 2026 del Consejo Nacional</a:t>
            </a:r>
            <a:endParaRPr dirty="0"/>
          </a:p>
        </p:txBody>
      </p:sp>
      <p:sp>
        <p:nvSpPr>
          <p:cNvPr id="87" name="Google Shape;87;g3b55040ed65_0_0"/>
          <p:cNvSpPr txBox="1">
            <a:spLocks noGrp="1"/>
          </p:cNvSpPr>
          <p:nvPr>
            <p:ph type="body" idx="1"/>
          </p:nvPr>
        </p:nvSpPr>
        <p:spPr>
          <a:xfrm>
            <a:off x="363220" y="3460818"/>
            <a:ext cx="114657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dirty="0"/>
              <a:t>Sistema Nacional de Bachillerato de la Nueva Escuela Mexicana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3006246" y="1955870"/>
            <a:ext cx="88225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 SemiBold"/>
              <a:buNone/>
            </a:pPr>
            <a:r>
              <a:rPr lang="es-MX"/>
              <a:t>Calendario de Sesiones Ordinarias 2026</a:t>
            </a:r>
            <a:endParaRPr lang="es-MX" dirty="0"/>
          </a:p>
        </p:txBody>
      </p:sp>
      <p:sp>
        <p:nvSpPr>
          <p:cNvPr id="93" name="Google Shape;93;p2"/>
          <p:cNvSpPr txBox="1">
            <a:spLocks noGrp="1"/>
          </p:cNvSpPr>
          <p:nvPr>
            <p:ph type="body" idx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D395"/>
              </a:buClr>
              <a:buSzPts val="2000"/>
              <a:buNone/>
            </a:pPr>
            <a:r>
              <a:rPr lang="es-MX"/>
              <a:t>Sistema Nacional de Bachillerato de la Nueva Escuela Mexicana</a:t>
            </a:r>
            <a:endParaRPr lang="es-MX" dirty="0"/>
          </a:p>
        </p:txBody>
      </p:sp>
      <p:pic>
        <p:nvPicPr>
          <p:cNvPr id="94" name="Google Shape;94;p2" descr="Imagen que contiene dibujo, alimentos, señal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6375" y="245677"/>
            <a:ext cx="3084747" cy="490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40C8FE3-24C0-AE2E-103D-B4CBD3081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850" y="245677"/>
            <a:ext cx="1458279" cy="714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293318" y="251901"/>
            <a:ext cx="8465671" cy="88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C2148"/>
              </a:buClr>
              <a:buSzPts val="4000"/>
              <a:buFont typeface="Noto Sans SemiBold"/>
              <a:buNone/>
            </a:pPr>
            <a:r>
              <a:rPr lang="es-MX" dirty="0"/>
              <a:t>CALENDARIO 2026</a:t>
            </a:r>
            <a:endParaRPr dirty="0"/>
          </a:p>
        </p:txBody>
      </p:sp>
      <p:pic>
        <p:nvPicPr>
          <p:cNvPr id="126" name="Google Shape;126;p7" descr="Imagen que contiene Logotipo&#10;&#10;El contenido generado por IA puede ser incorrec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983450" y="251901"/>
            <a:ext cx="1915232" cy="3928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6AA1FA0-D490-4926-15F9-AB342965A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839330"/>
              </p:ext>
            </p:extLst>
          </p:nvPr>
        </p:nvGraphicFramePr>
        <p:xfrm>
          <a:off x="1618488" y="1316736"/>
          <a:ext cx="7563612" cy="3812633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3834779427"/>
                    </a:ext>
                  </a:extLst>
                </a:gridCol>
                <a:gridCol w="3357372">
                  <a:extLst>
                    <a:ext uri="{9D8B030D-6E8A-4147-A177-3AD203B41FA5}">
                      <a16:colId xmlns:a16="http://schemas.microsoft.com/office/drawing/2014/main" val="2232749337"/>
                    </a:ext>
                  </a:extLst>
                </a:gridCol>
              </a:tblGrid>
              <a:tr h="576241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buNone/>
                      </a:pPr>
                      <a:r>
                        <a:rPr lang="es-MX" sz="1600" b="1" i="1" kern="10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Sesión</a:t>
                      </a:r>
                      <a:endParaRPr lang="es-MX" sz="16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buNone/>
                      </a:pPr>
                      <a:r>
                        <a:rPr lang="es-MX" sz="1600" b="1" i="1" kern="1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Fecha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90795"/>
                  </a:ext>
                </a:extLst>
              </a:tr>
              <a:tr h="809098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buNone/>
                      </a:pPr>
                      <a:r>
                        <a:rPr lang="es-MX" sz="1600" i="1" kern="1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Primera Sesión Ordinaria 2026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buNone/>
                      </a:pPr>
                      <a:r>
                        <a:rPr lang="es-MX" sz="1600" i="1" kern="1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 de ENERO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592177"/>
                  </a:ext>
                </a:extLst>
              </a:tr>
              <a:tr h="809098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buNone/>
                      </a:pPr>
                      <a:r>
                        <a:rPr lang="es-MX" sz="1600" i="1" kern="1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Segunda Sesión Ordinaria 2026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buNone/>
                      </a:pPr>
                      <a:r>
                        <a:rPr lang="es-MX" sz="1600" i="1" kern="1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 de MARZO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5632"/>
                  </a:ext>
                </a:extLst>
              </a:tr>
              <a:tr h="809098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buNone/>
                      </a:pPr>
                      <a:r>
                        <a:rPr lang="es-MX" sz="1600" i="1" kern="1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Tercera Sesión Ordinaria 2026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buNone/>
                      </a:pPr>
                      <a:r>
                        <a:rPr lang="es-MX" sz="1600" i="1" kern="1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 de JUNIO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891901"/>
                  </a:ext>
                </a:extLst>
              </a:tr>
              <a:tr h="809098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buNone/>
                      </a:pPr>
                      <a:r>
                        <a:rPr lang="es-MX" sz="1600" i="1" kern="10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Cuarta Sesión Ordinaria 2026</a:t>
                      </a:r>
                      <a:endParaRPr lang="es-MX" sz="16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buNone/>
                      </a:pPr>
                      <a:r>
                        <a:rPr lang="es-MX" sz="1600" i="1" kern="10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 de NOVIEMBRE</a:t>
                      </a:r>
                      <a:endParaRPr lang="es-MX" sz="16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244532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1FA2F156-08F1-5EDE-DC3B-2E8243A9B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171" y="154501"/>
            <a:ext cx="1458279" cy="714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1FE55088-FF51-F41C-FE4E-C561C2B2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E3F2385D-EC49-60F2-314C-B378C51586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06247" y="1955870"/>
            <a:ext cx="88225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ES" dirty="0"/>
              <a:t>Agenda de trabajo del Consejo Nacional 2026</a:t>
            </a:r>
            <a:endParaRPr dirty="0"/>
          </a:p>
        </p:txBody>
      </p:sp>
      <p:sp>
        <p:nvSpPr>
          <p:cNvPr id="93" name="Google Shape;93;p2">
            <a:extLst>
              <a:ext uri="{FF2B5EF4-FFF2-40B4-BE49-F238E27FC236}">
                <a16:creationId xmlns:a16="http://schemas.microsoft.com/office/drawing/2014/main" id="{A4D4918B-6979-2D90-E516-F6C88E4E8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D395"/>
              </a:buClr>
              <a:buSzPts val="2000"/>
              <a:buNone/>
            </a:pPr>
            <a:r>
              <a:rPr lang="es-MX" dirty="0"/>
              <a:t>Sistema Nacional de Bachillerato de la Nueva Escuela Mexicana</a:t>
            </a:r>
            <a:endParaRPr dirty="0"/>
          </a:p>
        </p:txBody>
      </p:sp>
      <p:pic>
        <p:nvPicPr>
          <p:cNvPr id="94" name="Google Shape;94;p2" descr="Imagen que contiene dibujo, alimentos, señal&#10;&#10;El contenido generado por IA puede ser incorrecto.">
            <a:extLst>
              <a:ext uri="{FF2B5EF4-FFF2-40B4-BE49-F238E27FC236}">
                <a16:creationId xmlns:a16="http://schemas.microsoft.com/office/drawing/2014/main" id="{0F7209F5-61E1-A82C-1E4E-41EC6019EA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6375" y="245677"/>
            <a:ext cx="3084747" cy="490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60B1C00-2FC9-6B63-FF84-12425E3F5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9874" y="133374"/>
            <a:ext cx="1458279" cy="71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739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>
            <a:spLocks noGrp="1"/>
          </p:cNvSpPr>
          <p:nvPr>
            <p:ph type="body" idx="1"/>
          </p:nvPr>
        </p:nvSpPr>
        <p:spPr>
          <a:xfrm>
            <a:off x="293318" y="905257"/>
            <a:ext cx="10807498" cy="5700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95300" indent="-342900">
              <a:spcBef>
                <a:spcPts val="0"/>
              </a:spcBef>
            </a:pPr>
            <a:r>
              <a:rPr lang="es-MX" sz="2000" dirty="0"/>
              <a:t>Comisión de trabajo sobre reglas y lineamientos de registro escolar y portabilidad de estudios del Bachillerato Nacional. (Acuerdo SINBANEM_03_04/09/25) (Comisión SINBANEM_01_04/09/25)</a:t>
            </a:r>
          </a:p>
          <a:p>
            <a:pPr marL="152400" indent="0">
              <a:spcBef>
                <a:spcPts val="0"/>
              </a:spcBef>
              <a:buNone/>
            </a:pPr>
            <a:endParaRPr lang="es-MX" sz="2000" dirty="0"/>
          </a:p>
          <a:p>
            <a:pPr marL="495300" indent="-342900">
              <a:spcBef>
                <a:spcPts val="0"/>
              </a:spcBef>
            </a:pPr>
            <a:r>
              <a:rPr lang="es-MX" sz="2000" dirty="0"/>
              <a:t>Convenio General de la Comisión Estatal para la Planeación y Programación de la Educación Media. (CEPPEMS) (Acuerdo SINBANEM_02_17/10/25)</a:t>
            </a:r>
          </a:p>
          <a:p>
            <a:pPr marL="495300" indent="-342900">
              <a:spcBef>
                <a:spcPts val="0"/>
              </a:spcBef>
            </a:pPr>
            <a:endParaRPr lang="es-MX" sz="2000" dirty="0"/>
          </a:p>
          <a:p>
            <a:pPr marL="495300" indent="-342900">
              <a:spcBef>
                <a:spcPts val="0"/>
              </a:spcBef>
            </a:pPr>
            <a:r>
              <a:rPr lang="es-MX" sz="2000" dirty="0"/>
              <a:t>"Te extrañamos en el salón" y Comisión de Indicadores Educativos (Acuerdo SINBANEM_03_17/10/25) (Comisión SINBANEM_01_17/10/25)</a:t>
            </a:r>
          </a:p>
          <a:p>
            <a:pPr marL="495300" indent="-342900">
              <a:spcBef>
                <a:spcPts val="0"/>
              </a:spcBef>
            </a:pPr>
            <a:endParaRPr lang="es-MX" sz="2000" dirty="0"/>
          </a:p>
          <a:p>
            <a:pPr marL="495300" indent="-342900">
              <a:spcBef>
                <a:spcPts val="0"/>
              </a:spcBef>
            </a:pPr>
            <a:r>
              <a:rPr lang="es-MX" sz="2000" dirty="0"/>
              <a:t>Mecanismos de ingreso a la Educación Media Superior (Acuerdo SINBANEM_04_17/10/25)</a:t>
            </a:r>
          </a:p>
          <a:p>
            <a:pPr marL="495300" indent="-342900">
              <a:spcBef>
                <a:spcPts val="0"/>
              </a:spcBef>
            </a:pPr>
            <a:endParaRPr lang="es-MX" sz="2000" dirty="0"/>
          </a:p>
          <a:p>
            <a:pPr marL="495300" indent="-342900">
              <a:spcBef>
                <a:spcPts val="0"/>
              </a:spcBef>
            </a:pPr>
            <a:r>
              <a:rPr lang="es-MX" sz="2000" dirty="0"/>
              <a:t>Política Integral de atención a las problemáticas de las violencias, Cultura de Paz</a:t>
            </a:r>
          </a:p>
          <a:p>
            <a:pPr marL="152400" indent="0">
              <a:spcBef>
                <a:spcPts val="0"/>
              </a:spcBef>
              <a:buNone/>
            </a:pPr>
            <a:endParaRPr lang="es-MX" sz="2000" dirty="0"/>
          </a:p>
          <a:p>
            <a:pPr marL="495300" indent="-342900">
              <a:spcBef>
                <a:spcPts val="0"/>
              </a:spcBef>
            </a:pPr>
            <a:r>
              <a:rPr lang="es-MX" sz="2000" dirty="0"/>
              <a:t>Marco Curricular Común de la Educación </a:t>
            </a:r>
            <a:r>
              <a:rPr lang="es-MX" sz="2000"/>
              <a:t>Media Superior (MCCEMS)</a:t>
            </a:r>
            <a:endParaRPr lang="es-MX" sz="2000" dirty="0"/>
          </a:p>
          <a:p>
            <a:pPr marL="495300" indent="-342900">
              <a:spcBef>
                <a:spcPts val="0"/>
              </a:spcBef>
            </a:pPr>
            <a:endParaRPr lang="es-MX" sz="2000" dirty="0"/>
          </a:p>
          <a:p>
            <a:pPr marL="495300" indent="-342900">
              <a:spcBef>
                <a:spcPts val="0"/>
              </a:spcBef>
            </a:pPr>
            <a:r>
              <a:rPr lang="es-MX" sz="2000" dirty="0"/>
              <a:t>Estrategias Nacionales: Campaña anticorrupción EMS, Limpieza de playas y costas, Seguridad, entre otras.</a:t>
            </a:r>
          </a:p>
          <a:p>
            <a:pPr marL="495300" indent="-342900">
              <a:spcBef>
                <a:spcPts val="0"/>
              </a:spcBef>
            </a:pPr>
            <a:endParaRPr lang="es-MX" sz="2000" dirty="0"/>
          </a:p>
          <a:p>
            <a:pPr marL="495300" indent="-342900">
              <a:spcBef>
                <a:spcPts val="0"/>
              </a:spcBef>
            </a:pPr>
            <a:r>
              <a:rPr lang="es-MX" sz="2000" dirty="0"/>
              <a:t>Revista el Bachiller y Estrategia de lectura del Bachillerato Nacional</a:t>
            </a:r>
          </a:p>
          <a:p>
            <a:pPr marL="495300" indent="-342900">
              <a:spcBef>
                <a:spcPts val="0"/>
              </a:spcBef>
            </a:pPr>
            <a:endParaRPr lang="es-MX" sz="2000" dirty="0"/>
          </a:p>
          <a:p>
            <a:pPr marL="495300" indent="-342900">
              <a:spcBef>
                <a:spcPts val="0"/>
              </a:spcBef>
            </a:pPr>
            <a:r>
              <a:rPr lang="es-MX" sz="2000" dirty="0"/>
              <a:t>Biblioteca Digital del Bachillerato Nacional</a:t>
            </a:r>
            <a:endParaRPr dirty="0"/>
          </a:p>
        </p:txBody>
      </p:sp>
      <p:sp>
        <p:nvSpPr>
          <p:cNvPr id="135" name="Google Shape;135;p8"/>
          <p:cNvSpPr txBox="1">
            <a:spLocks noGrp="1"/>
          </p:cNvSpPr>
          <p:nvPr>
            <p:ph type="title"/>
          </p:nvPr>
        </p:nvSpPr>
        <p:spPr>
          <a:xfrm>
            <a:off x="293318" y="251901"/>
            <a:ext cx="8465671" cy="497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C2148"/>
              </a:buClr>
              <a:buSzPts val="4000"/>
              <a:buFont typeface="Noto Sans SemiBold"/>
              <a:buNone/>
            </a:pPr>
            <a:r>
              <a:rPr lang="es-MX" sz="3600" dirty="0"/>
              <a:t>Temas</a:t>
            </a:r>
            <a:endParaRPr sz="3600" dirty="0"/>
          </a:p>
        </p:txBody>
      </p:sp>
      <p:pic>
        <p:nvPicPr>
          <p:cNvPr id="139" name="Google Shape;139;p8" descr="Imagen que contiene Logotip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83450" y="251901"/>
            <a:ext cx="1915232" cy="39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6E75CCE-73CA-774B-CB94-761968584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866" y="143462"/>
            <a:ext cx="1458279" cy="7147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 txBox="1">
            <a:spLocks noGrp="1"/>
          </p:cNvSpPr>
          <p:nvPr>
            <p:ph type="body" idx="1"/>
          </p:nvPr>
        </p:nvSpPr>
        <p:spPr>
          <a:xfrm>
            <a:off x="4609578" y="2690834"/>
            <a:ext cx="6605540" cy="561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MX" dirty="0"/>
              <a:t>MUCHAS GRACIAS</a:t>
            </a:r>
            <a:endParaRPr dirty="0"/>
          </a:p>
        </p:txBody>
      </p:sp>
      <p:pic>
        <p:nvPicPr>
          <p:cNvPr id="208" name="Google Shape;208;p15" descr="Imagen que contiene dibujo, alimentos, señal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6375" y="245677"/>
            <a:ext cx="3084747" cy="490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4DC86E0-9D1E-1F5F-412F-6FEF41983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4154" y="226178"/>
            <a:ext cx="1458279" cy="714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233</Words>
  <Application>Microsoft Office PowerPoint</Application>
  <PresentationFormat>Panorámica</PresentationFormat>
  <Paragraphs>37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Calibri</vt:lpstr>
      <vt:lpstr>Noto Sans SemiBold</vt:lpstr>
      <vt:lpstr>Arial</vt:lpstr>
      <vt:lpstr>Noto Sans</vt:lpstr>
      <vt:lpstr>Noto Sans Medium</vt:lpstr>
      <vt:lpstr>Tema de Office</vt:lpstr>
      <vt:lpstr>Primera Sesión Extraordinaria 2026 del Consejo Nacional</vt:lpstr>
      <vt:lpstr>Calendario de Sesiones Ordinarias 2026</vt:lpstr>
      <vt:lpstr>CALENDARIO 2026</vt:lpstr>
      <vt:lpstr>Agenda de trabajo del Consejo Nacional 2026</vt:lpstr>
      <vt:lpstr>Temas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Sara Elena Calvillo López</cp:lastModifiedBy>
  <cp:revision>1</cp:revision>
  <dcterms:created xsi:type="dcterms:W3CDTF">2018-12-04T03:27:02Z</dcterms:created>
  <dcterms:modified xsi:type="dcterms:W3CDTF">2026-01-16T21:47:10Z</dcterms:modified>
</cp:coreProperties>
</file>